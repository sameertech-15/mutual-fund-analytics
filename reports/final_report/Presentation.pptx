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8647FD-11A1-49BF-860D-B18C0233EC1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B02AF4-033F-4D0A-B7DB-4C6270CE37F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Mutual fund investors face challenges in analyzing large volumes of financial data, evaluating risk-adjusted performance, tracking SIP trends, and identifying suitable investment opportunities.</a:t>
          </a:r>
        </a:p>
      </dgm:t>
    </dgm:pt>
    <dgm:pt modelId="{61DD0300-0258-4CF9-AB91-921F724C05F7}" type="parTrans" cxnId="{05F218F8-52C1-455E-8779-D150D92601DF}">
      <dgm:prSet/>
      <dgm:spPr/>
      <dgm:t>
        <a:bodyPr/>
        <a:lstStyle/>
        <a:p>
          <a:endParaRPr lang="en-US"/>
        </a:p>
      </dgm:t>
    </dgm:pt>
    <dgm:pt modelId="{71F22D3C-F169-4C54-BEDF-C11BAEC2159C}" type="sibTrans" cxnId="{05F218F8-52C1-455E-8779-D150D92601D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1FF2073-697F-4213-9F6D-53119C1F351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 centralized analytics platform is required to transform raw mutual fund data into actionable business insights.</a:t>
          </a:r>
        </a:p>
      </dgm:t>
    </dgm:pt>
    <dgm:pt modelId="{029E727D-169E-456F-BD9C-8A107015F1ED}" type="parTrans" cxnId="{FB090408-FA0C-4F1E-B966-BE02F6CB9D2C}">
      <dgm:prSet/>
      <dgm:spPr/>
      <dgm:t>
        <a:bodyPr/>
        <a:lstStyle/>
        <a:p>
          <a:endParaRPr lang="en-US"/>
        </a:p>
      </dgm:t>
    </dgm:pt>
    <dgm:pt modelId="{26CB715D-CF91-4B56-A501-F0431583A411}" type="sibTrans" cxnId="{FB090408-FA0C-4F1E-B966-BE02F6CB9D2C}">
      <dgm:prSet/>
      <dgm:spPr/>
      <dgm:t>
        <a:bodyPr/>
        <a:lstStyle/>
        <a:p>
          <a:endParaRPr lang="en-US"/>
        </a:p>
      </dgm:t>
    </dgm:pt>
    <dgm:pt modelId="{FF73830C-2942-4861-8DBF-9CFC4724118C}" type="pres">
      <dgm:prSet presAssocID="{2A8647FD-11A1-49BF-860D-B18C0233EC14}" presName="root" presStyleCnt="0">
        <dgm:presLayoutVars>
          <dgm:dir/>
          <dgm:resizeHandles val="exact"/>
        </dgm:presLayoutVars>
      </dgm:prSet>
      <dgm:spPr/>
    </dgm:pt>
    <dgm:pt modelId="{0031929F-3534-4E02-AF79-33DDBB82343C}" type="pres">
      <dgm:prSet presAssocID="{2A8647FD-11A1-49BF-860D-B18C0233EC14}" presName="container" presStyleCnt="0">
        <dgm:presLayoutVars>
          <dgm:dir/>
          <dgm:resizeHandles val="exact"/>
        </dgm:presLayoutVars>
      </dgm:prSet>
      <dgm:spPr/>
    </dgm:pt>
    <dgm:pt modelId="{CB5C4697-FE60-42A6-B096-944F271C45A4}" type="pres">
      <dgm:prSet presAssocID="{5FB02AF4-033F-4D0A-B7DB-4C6270CE37FA}" presName="compNode" presStyleCnt="0"/>
      <dgm:spPr/>
    </dgm:pt>
    <dgm:pt modelId="{913D5480-5289-4441-AE26-7059EC77B6D3}" type="pres">
      <dgm:prSet presAssocID="{5FB02AF4-033F-4D0A-B7DB-4C6270CE37FA}" presName="iconBgRect" presStyleLbl="bgShp" presStyleIdx="0" presStyleCnt="2"/>
      <dgm:spPr/>
    </dgm:pt>
    <dgm:pt modelId="{95770984-051E-4141-AD91-4B037E916CA1}" type="pres">
      <dgm:prSet presAssocID="{5FB02AF4-033F-4D0A-B7DB-4C6270CE37F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94C45F2-CD83-44E2-A83F-1D1A07505B94}" type="pres">
      <dgm:prSet presAssocID="{5FB02AF4-033F-4D0A-B7DB-4C6270CE37FA}" presName="spaceRect" presStyleCnt="0"/>
      <dgm:spPr/>
    </dgm:pt>
    <dgm:pt modelId="{62B577BF-4504-442A-8BA6-E60363B15884}" type="pres">
      <dgm:prSet presAssocID="{5FB02AF4-033F-4D0A-B7DB-4C6270CE37FA}" presName="textRect" presStyleLbl="revTx" presStyleIdx="0" presStyleCnt="2">
        <dgm:presLayoutVars>
          <dgm:chMax val="1"/>
          <dgm:chPref val="1"/>
        </dgm:presLayoutVars>
      </dgm:prSet>
      <dgm:spPr/>
    </dgm:pt>
    <dgm:pt modelId="{12C2DB3F-37BF-41BC-BBA3-B1BED0FADD0F}" type="pres">
      <dgm:prSet presAssocID="{71F22D3C-F169-4C54-BEDF-C11BAEC2159C}" presName="sibTrans" presStyleLbl="sibTrans2D1" presStyleIdx="0" presStyleCnt="0"/>
      <dgm:spPr/>
    </dgm:pt>
    <dgm:pt modelId="{6B14E5BA-53CF-4279-97DE-4C170700ED05}" type="pres">
      <dgm:prSet presAssocID="{51FF2073-697F-4213-9F6D-53119C1F3516}" presName="compNode" presStyleCnt="0"/>
      <dgm:spPr/>
    </dgm:pt>
    <dgm:pt modelId="{4D89772A-D19D-4349-81E3-CC7449481370}" type="pres">
      <dgm:prSet presAssocID="{51FF2073-697F-4213-9F6D-53119C1F3516}" presName="iconBgRect" presStyleLbl="bgShp" presStyleIdx="1" presStyleCnt="2"/>
      <dgm:spPr/>
    </dgm:pt>
    <dgm:pt modelId="{9ED0FFE7-4ADD-484B-AB79-894A8F449C91}" type="pres">
      <dgm:prSet presAssocID="{51FF2073-697F-4213-9F6D-53119C1F351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E506F6E-8607-475A-A427-B6F325EC6380}" type="pres">
      <dgm:prSet presAssocID="{51FF2073-697F-4213-9F6D-53119C1F3516}" presName="spaceRect" presStyleCnt="0"/>
      <dgm:spPr/>
    </dgm:pt>
    <dgm:pt modelId="{6EC7C44C-1975-4A39-B8C0-5C8FD3D14D14}" type="pres">
      <dgm:prSet presAssocID="{51FF2073-697F-4213-9F6D-53119C1F351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B090408-FA0C-4F1E-B966-BE02F6CB9D2C}" srcId="{2A8647FD-11A1-49BF-860D-B18C0233EC14}" destId="{51FF2073-697F-4213-9F6D-53119C1F3516}" srcOrd="1" destOrd="0" parTransId="{029E727D-169E-456F-BD9C-8A107015F1ED}" sibTransId="{26CB715D-CF91-4B56-A501-F0431583A411}"/>
    <dgm:cxn modelId="{3AE1AF66-A4C4-429C-908E-5126F27AAB16}" type="presOf" srcId="{5FB02AF4-033F-4D0A-B7DB-4C6270CE37FA}" destId="{62B577BF-4504-442A-8BA6-E60363B15884}" srcOrd="0" destOrd="0" presId="urn:microsoft.com/office/officeart/2018/2/layout/IconCircleList"/>
    <dgm:cxn modelId="{31708469-1FC8-49CB-93E6-CCFF4E6249D4}" type="presOf" srcId="{71F22D3C-F169-4C54-BEDF-C11BAEC2159C}" destId="{12C2DB3F-37BF-41BC-BBA3-B1BED0FADD0F}" srcOrd="0" destOrd="0" presId="urn:microsoft.com/office/officeart/2018/2/layout/IconCircleList"/>
    <dgm:cxn modelId="{6938ED7B-EB9E-4327-B605-17798C4477B9}" type="presOf" srcId="{51FF2073-697F-4213-9F6D-53119C1F3516}" destId="{6EC7C44C-1975-4A39-B8C0-5C8FD3D14D14}" srcOrd="0" destOrd="0" presId="urn:microsoft.com/office/officeart/2018/2/layout/IconCircleList"/>
    <dgm:cxn modelId="{0F75F3E1-A248-47F8-A746-2802B9A83868}" type="presOf" srcId="{2A8647FD-11A1-49BF-860D-B18C0233EC14}" destId="{FF73830C-2942-4861-8DBF-9CFC4724118C}" srcOrd="0" destOrd="0" presId="urn:microsoft.com/office/officeart/2018/2/layout/IconCircleList"/>
    <dgm:cxn modelId="{05F218F8-52C1-455E-8779-D150D92601DF}" srcId="{2A8647FD-11A1-49BF-860D-B18C0233EC14}" destId="{5FB02AF4-033F-4D0A-B7DB-4C6270CE37FA}" srcOrd="0" destOrd="0" parTransId="{61DD0300-0258-4CF9-AB91-921F724C05F7}" sibTransId="{71F22D3C-F169-4C54-BEDF-C11BAEC2159C}"/>
    <dgm:cxn modelId="{25B3F4C3-E364-4387-ADF9-ECFD767814F1}" type="presParOf" srcId="{FF73830C-2942-4861-8DBF-9CFC4724118C}" destId="{0031929F-3534-4E02-AF79-33DDBB82343C}" srcOrd="0" destOrd="0" presId="urn:microsoft.com/office/officeart/2018/2/layout/IconCircleList"/>
    <dgm:cxn modelId="{A3A18A63-B342-4665-B5BE-59ED3336B0DF}" type="presParOf" srcId="{0031929F-3534-4E02-AF79-33DDBB82343C}" destId="{CB5C4697-FE60-42A6-B096-944F271C45A4}" srcOrd="0" destOrd="0" presId="urn:microsoft.com/office/officeart/2018/2/layout/IconCircleList"/>
    <dgm:cxn modelId="{1FA6FE82-A6C2-4019-8DD3-0437BE8D2734}" type="presParOf" srcId="{CB5C4697-FE60-42A6-B096-944F271C45A4}" destId="{913D5480-5289-4441-AE26-7059EC77B6D3}" srcOrd="0" destOrd="0" presId="urn:microsoft.com/office/officeart/2018/2/layout/IconCircleList"/>
    <dgm:cxn modelId="{549596B2-2123-4D91-8E3F-4C6BD5DE4D96}" type="presParOf" srcId="{CB5C4697-FE60-42A6-B096-944F271C45A4}" destId="{95770984-051E-4141-AD91-4B037E916CA1}" srcOrd="1" destOrd="0" presId="urn:microsoft.com/office/officeart/2018/2/layout/IconCircleList"/>
    <dgm:cxn modelId="{98966DD7-9A9A-45E3-AE28-E5DCB6038549}" type="presParOf" srcId="{CB5C4697-FE60-42A6-B096-944F271C45A4}" destId="{594C45F2-CD83-44E2-A83F-1D1A07505B94}" srcOrd="2" destOrd="0" presId="urn:microsoft.com/office/officeart/2018/2/layout/IconCircleList"/>
    <dgm:cxn modelId="{A899EA8B-B981-4A00-9947-950865E4F8CF}" type="presParOf" srcId="{CB5C4697-FE60-42A6-B096-944F271C45A4}" destId="{62B577BF-4504-442A-8BA6-E60363B15884}" srcOrd="3" destOrd="0" presId="urn:microsoft.com/office/officeart/2018/2/layout/IconCircleList"/>
    <dgm:cxn modelId="{B5573543-1C08-48DA-9629-8B1C762902F8}" type="presParOf" srcId="{0031929F-3534-4E02-AF79-33DDBB82343C}" destId="{12C2DB3F-37BF-41BC-BBA3-B1BED0FADD0F}" srcOrd="1" destOrd="0" presId="urn:microsoft.com/office/officeart/2018/2/layout/IconCircleList"/>
    <dgm:cxn modelId="{51BFC761-83E2-40F2-B9BD-472D5FCABE2D}" type="presParOf" srcId="{0031929F-3534-4E02-AF79-33DDBB82343C}" destId="{6B14E5BA-53CF-4279-97DE-4C170700ED05}" srcOrd="2" destOrd="0" presId="urn:microsoft.com/office/officeart/2018/2/layout/IconCircleList"/>
    <dgm:cxn modelId="{22E7B8F1-B1AC-4F1A-93CA-A8E7772DE684}" type="presParOf" srcId="{6B14E5BA-53CF-4279-97DE-4C170700ED05}" destId="{4D89772A-D19D-4349-81E3-CC7449481370}" srcOrd="0" destOrd="0" presId="urn:microsoft.com/office/officeart/2018/2/layout/IconCircleList"/>
    <dgm:cxn modelId="{E0E2FC0D-0C29-4146-8DA9-3E41F07E71CB}" type="presParOf" srcId="{6B14E5BA-53CF-4279-97DE-4C170700ED05}" destId="{9ED0FFE7-4ADD-484B-AB79-894A8F449C91}" srcOrd="1" destOrd="0" presId="urn:microsoft.com/office/officeart/2018/2/layout/IconCircleList"/>
    <dgm:cxn modelId="{87D274BF-FD1A-494C-839A-D3FFC9BA40E1}" type="presParOf" srcId="{6B14E5BA-53CF-4279-97DE-4C170700ED05}" destId="{2E506F6E-8607-475A-A427-B6F325EC6380}" srcOrd="2" destOrd="0" presId="urn:microsoft.com/office/officeart/2018/2/layout/IconCircleList"/>
    <dgm:cxn modelId="{C3CAC006-E261-4E9D-8230-2FC4E0A0D37A}" type="presParOf" srcId="{6B14E5BA-53CF-4279-97DE-4C170700ED05}" destId="{6EC7C44C-1975-4A39-B8C0-5C8FD3D14D1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942C23-9266-466D-852D-816EDE362F38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B0E8490-5797-45FC-9E0E-F1D056F45A0B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Build</a:t>
          </a:r>
        </a:p>
      </dgm:t>
    </dgm:pt>
    <dgm:pt modelId="{7A2EF555-6297-469A-A187-1F259984C654}" type="parTrans" cxnId="{F7FA090F-B0E0-4C21-A981-474D18D0AF54}">
      <dgm:prSet/>
      <dgm:spPr/>
      <dgm:t>
        <a:bodyPr/>
        <a:lstStyle/>
        <a:p>
          <a:endParaRPr lang="en-US"/>
        </a:p>
      </dgm:t>
    </dgm:pt>
    <dgm:pt modelId="{A8F511E9-82FD-43C2-B5FA-49F5F4EB2593}" type="sibTrans" cxnId="{F7FA090F-B0E0-4C21-A981-474D18D0AF54}">
      <dgm:prSet/>
      <dgm:spPr/>
      <dgm:t>
        <a:bodyPr/>
        <a:lstStyle/>
        <a:p>
          <a:endParaRPr lang="en-US"/>
        </a:p>
      </dgm:t>
    </dgm:pt>
    <dgm:pt modelId="{2F92D9C7-0999-4632-90D4-A9FE6DB84A53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Build a complete ETL pipeline</a:t>
          </a:r>
        </a:p>
      </dgm:t>
    </dgm:pt>
    <dgm:pt modelId="{5F80D387-1E80-4F10-AADA-77C3B7695090}" type="parTrans" cxnId="{9D364542-3F40-4F39-82D5-BC01E4EF9FF8}">
      <dgm:prSet/>
      <dgm:spPr/>
      <dgm:t>
        <a:bodyPr/>
        <a:lstStyle/>
        <a:p>
          <a:endParaRPr lang="en-US"/>
        </a:p>
      </dgm:t>
    </dgm:pt>
    <dgm:pt modelId="{5AD3ABDC-09BD-4DB1-A653-B622778EE65E}" type="sibTrans" cxnId="{9D364542-3F40-4F39-82D5-BC01E4EF9FF8}">
      <dgm:prSet/>
      <dgm:spPr/>
      <dgm:t>
        <a:bodyPr/>
        <a:lstStyle/>
        <a:p>
          <a:endParaRPr lang="en-US"/>
        </a:p>
      </dgm:t>
    </dgm:pt>
    <dgm:pt modelId="{179A3AB9-5FDE-46B1-A4EF-0D8316ECA951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Clean and validate</a:t>
          </a:r>
        </a:p>
      </dgm:t>
    </dgm:pt>
    <dgm:pt modelId="{713A68DA-DD13-4628-8DC5-0CAD2C48B55A}" type="parTrans" cxnId="{0CCA85E8-105E-4F92-8334-8B208067E0C6}">
      <dgm:prSet/>
      <dgm:spPr/>
      <dgm:t>
        <a:bodyPr/>
        <a:lstStyle/>
        <a:p>
          <a:endParaRPr lang="en-US"/>
        </a:p>
      </dgm:t>
    </dgm:pt>
    <dgm:pt modelId="{89859C01-1FED-4590-9609-B146F54C2446}" type="sibTrans" cxnId="{0CCA85E8-105E-4F92-8334-8B208067E0C6}">
      <dgm:prSet/>
      <dgm:spPr/>
      <dgm:t>
        <a:bodyPr/>
        <a:lstStyle/>
        <a:p>
          <a:endParaRPr lang="en-US"/>
        </a:p>
      </dgm:t>
    </dgm:pt>
    <dgm:pt modelId="{8E942156-D285-403C-B1E1-F91B60AA1C7F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Clean and validate mutual fund datasets</a:t>
          </a:r>
        </a:p>
      </dgm:t>
    </dgm:pt>
    <dgm:pt modelId="{1B6F43CE-288B-4D06-9C14-F5CBFE04E0A3}" type="parTrans" cxnId="{95B67B97-DFFC-40B2-AF3E-0B8E3992A879}">
      <dgm:prSet/>
      <dgm:spPr/>
      <dgm:t>
        <a:bodyPr/>
        <a:lstStyle/>
        <a:p>
          <a:endParaRPr lang="en-US"/>
        </a:p>
      </dgm:t>
    </dgm:pt>
    <dgm:pt modelId="{A83C6090-0D11-4753-8C06-4C61E7D573E0}" type="sibTrans" cxnId="{95B67B97-DFFC-40B2-AF3E-0B8E3992A879}">
      <dgm:prSet/>
      <dgm:spPr/>
      <dgm:t>
        <a:bodyPr/>
        <a:lstStyle/>
        <a:p>
          <a:endParaRPr lang="en-US"/>
        </a:p>
      </dgm:t>
    </dgm:pt>
    <dgm:pt modelId="{5EAC78B1-CEA8-4F73-9194-F9C18726333F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Perform</a:t>
          </a:r>
        </a:p>
      </dgm:t>
    </dgm:pt>
    <dgm:pt modelId="{B29B900F-1643-46A1-BF23-F594146128CE}" type="parTrans" cxnId="{5BB1EE6E-6A72-4069-BA7C-BB183C5E6597}">
      <dgm:prSet/>
      <dgm:spPr/>
      <dgm:t>
        <a:bodyPr/>
        <a:lstStyle/>
        <a:p>
          <a:endParaRPr lang="en-US"/>
        </a:p>
      </dgm:t>
    </dgm:pt>
    <dgm:pt modelId="{0844512D-7E49-4273-B3D5-7A549F421F6B}" type="sibTrans" cxnId="{5BB1EE6E-6A72-4069-BA7C-BB183C5E6597}">
      <dgm:prSet/>
      <dgm:spPr/>
      <dgm:t>
        <a:bodyPr/>
        <a:lstStyle/>
        <a:p>
          <a:endParaRPr lang="en-US"/>
        </a:p>
      </dgm:t>
    </dgm:pt>
    <dgm:pt modelId="{CF887E2C-C204-4A8F-AA2D-0A2FDA5206C6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Perform EDA and performance analysis</a:t>
          </a:r>
        </a:p>
      </dgm:t>
    </dgm:pt>
    <dgm:pt modelId="{3B32EA72-AFAD-4EFE-B36F-8CE4CFE4096B}" type="parTrans" cxnId="{6221F36F-7CC6-4A0E-979F-43DE26C5B631}">
      <dgm:prSet/>
      <dgm:spPr/>
      <dgm:t>
        <a:bodyPr/>
        <a:lstStyle/>
        <a:p>
          <a:endParaRPr lang="en-US"/>
        </a:p>
      </dgm:t>
    </dgm:pt>
    <dgm:pt modelId="{ECA6F002-F077-4808-A20C-3A69862A3386}" type="sibTrans" cxnId="{6221F36F-7CC6-4A0E-979F-43DE26C5B631}">
      <dgm:prSet/>
      <dgm:spPr/>
      <dgm:t>
        <a:bodyPr/>
        <a:lstStyle/>
        <a:p>
          <a:endParaRPr lang="en-US"/>
        </a:p>
      </dgm:t>
    </dgm:pt>
    <dgm:pt modelId="{04CB274D-DE72-4F8C-B703-5AAFBC3E027B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Calculate</a:t>
          </a:r>
        </a:p>
      </dgm:t>
    </dgm:pt>
    <dgm:pt modelId="{B15A4028-5D23-4EB2-A6CB-6DA040513ED5}" type="parTrans" cxnId="{A6213F80-1FF7-451E-A712-77D7296ABA5B}">
      <dgm:prSet/>
      <dgm:spPr/>
      <dgm:t>
        <a:bodyPr/>
        <a:lstStyle/>
        <a:p>
          <a:endParaRPr lang="en-US"/>
        </a:p>
      </dgm:t>
    </dgm:pt>
    <dgm:pt modelId="{A9F34F13-D745-4226-88CD-DD533BB17F1D}" type="sibTrans" cxnId="{A6213F80-1FF7-451E-A712-77D7296ABA5B}">
      <dgm:prSet/>
      <dgm:spPr/>
      <dgm:t>
        <a:bodyPr/>
        <a:lstStyle/>
        <a:p>
          <a:endParaRPr lang="en-US"/>
        </a:p>
      </dgm:t>
    </dgm:pt>
    <dgm:pt modelId="{246D70EE-8D5E-480B-8DAD-7B8521855EC0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Calculate risk metrics</a:t>
          </a:r>
        </a:p>
      </dgm:t>
    </dgm:pt>
    <dgm:pt modelId="{00B9C05F-D5E1-4272-900C-B7C8BE5A7698}" type="parTrans" cxnId="{C25E6168-304D-44A8-A6D6-A6A12289A1BB}">
      <dgm:prSet/>
      <dgm:spPr/>
      <dgm:t>
        <a:bodyPr/>
        <a:lstStyle/>
        <a:p>
          <a:endParaRPr lang="en-US"/>
        </a:p>
      </dgm:t>
    </dgm:pt>
    <dgm:pt modelId="{CBFACD07-C269-4FC3-A3B4-5A86A0E6DBF5}" type="sibTrans" cxnId="{C25E6168-304D-44A8-A6D6-A6A12289A1BB}">
      <dgm:prSet/>
      <dgm:spPr/>
      <dgm:t>
        <a:bodyPr/>
        <a:lstStyle/>
        <a:p>
          <a:endParaRPr lang="en-US"/>
        </a:p>
      </dgm:t>
    </dgm:pt>
    <dgm:pt modelId="{9B91A276-9433-480E-805F-9E273A8A81DA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Analyze</a:t>
          </a:r>
        </a:p>
      </dgm:t>
    </dgm:pt>
    <dgm:pt modelId="{7FF04DDB-E8CF-40BF-9355-FEDA2C381596}" type="parTrans" cxnId="{B0793BFB-3FBA-4ACD-880B-1AB215858B74}">
      <dgm:prSet/>
      <dgm:spPr/>
      <dgm:t>
        <a:bodyPr/>
        <a:lstStyle/>
        <a:p>
          <a:endParaRPr lang="en-US"/>
        </a:p>
      </dgm:t>
    </dgm:pt>
    <dgm:pt modelId="{C399CF70-4314-4F0A-816F-201629745C56}" type="sibTrans" cxnId="{B0793BFB-3FBA-4ACD-880B-1AB215858B74}">
      <dgm:prSet/>
      <dgm:spPr/>
      <dgm:t>
        <a:bodyPr/>
        <a:lstStyle/>
        <a:p>
          <a:endParaRPr lang="en-US"/>
        </a:p>
      </dgm:t>
    </dgm:pt>
    <dgm:pt modelId="{3CE59F83-C967-4C8E-9BE2-B45D65AFD414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Analyze investor behavior</a:t>
          </a:r>
        </a:p>
      </dgm:t>
    </dgm:pt>
    <dgm:pt modelId="{944604B2-882D-47E1-BB88-3562E8A70679}" type="parTrans" cxnId="{CD03C20E-58A0-481B-B244-A27C49BDE18F}">
      <dgm:prSet/>
      <dgm:spPr/>
      <dgm:t>
        <a:bodyPr/>
        <a:lstStyle/>
        <a:p>
          <a:endParaRPr lang="en-US"/>
        </a:p>
      </dgm:t>
    </dgm:pt>
    <dgm:pt modelId="{0A208B10-AA86-4180-B1EF-71834979C16B}" type="sibTrans" cxnId="{CD03C20E-58A0-481B-B244-A27C49BDE18F}">
      <dgm:prSet/>
      <dgm:spPr/>
      <dgm:t>
        <a:bodyPr/>
        <a:lstStyle/>
        <a:p>
          <a:endParaRPr lang="en-US"/>
        </a:p>
      </dgm:t>
    </dgm:pt>
    <dgm:pt modelId="{6C7564B5-1B8A-44AD-AF5B-A8CD664EE9C7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Create</a:t>
          </a:r>
        </a:p>
      </dgm:t>
    </dgm:pt>
    <dgm:pt modelId="{C833F9FC-E919-4348-9DFA-5FE6FBBEDEA1}" type="parTrans" cxnId="{E554A687-10EE-4792-B268-D7673ED612E8}">
      <dgm:prSet/>
      <dgm:spPr/>
      <dgm:t>
        <a:bodyPr/>
        <a:lstStyle/>
        <a:p>
          <a:endParaRPr lang="en-US"/>
        </a:p>
      </dgm:t>
    </dgm:pt>
    <dgm:pt modelId="{B119006D-1F81-463C-A096-65823F9E124E}" type="sibTrans" cxnId="{E554A687-10EE-4792-B268-D7673ED612E8}">
      <dgm:prSet/>
      <dgm:spPr/>
      <dgm:t>
        <a:bodyPr/>
        <a:lstStyle/>
        <a:p>
          <a:endParaRPr lang="en-US"/>
        </a:p>
      </dgm:t>
    </dgm:pt>
    <dgm:pt modelId="{6D97F415-087C-41AD-A184-1C474E12155B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Create interactive dashboards</a:t>
          </a:r>
        </a:p>
      </dgm:t>
    </dgm:pt>
    <dgm:pt modelId="{38731D13-3E4D-40AC-B663-EDFFD1AF70BE}" type="parTrans" cxnId="{EAE8F46A-FAF1-4571-B170-07FB4358CCA6}">
      <dgm:prSet/>
      <dgm:spPr/>
      <dgm:t>
        <a:bodyPr/>
        <a:lstStyle/>
        <a:p>
          <a:endParaRPr lang="en-US"/>
        </a:p>
      </dgm:t>
    </dgm:pt>
    <dgm:pt modelId="{32BCCAD4-973C-4455-AA8B-DA78EAC0D989}" type="sibTrans" cxnId="{EAE8F46A-FAF1-4571-B170-07FB4358CCA6}">
      <dgm:prSet/>
      <dgm:spPr/>
      <dgm:t>
        <a:bodyPr/>
        <a:lstStyle/>
        <a:p>
          <a:endParaRPr lang="en-US"/>
        </a:p>
      </dgm:t>
    </dgm:pt>
    <dgm:pt modelId="{EE47CE50-705A-4F3B-8348-81260112A3D5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Generate</a:t>
          </a:r>
        </a:p>
      </dgm:t>
    </dgm:pt>
    <dgm:pt modelId="{988D2D1D-516F-4F93-8F54-FF593A45CE9D}" type="parTrans" cxnId="{9F1205B4-B408-42C3-9336-80D41E3021C9}">
      <dgm:prSet/>
      <dgm:spPr/>
      <dgm:t>
        <a:bodyPr/>
        <a:lstStyle/>
        <a:p>
          <a:endParaRPr lang="en-US"/>
        </a:p>
      </dgm:t>
    </dgm:pt>
    <dgm:pt modelId="{7DAE2B93-2869-480C-A8A8-8A20E379810A}" type="sibTrans" cxnId="{9F1205B4-B408-42C3-9336-80D41E3021C9}">
      <dgm:prSet/>
      <dgm:spPr/>
      <dgm:t>
        <a:bodyPr/>
        <a:lstStyle/>
        <a:p>
          <a:endParaRPr lang="en-US"/>
        </a:p>
      </dgm:t>
    </dgm:pt>
    <dgm:pt modelId="{59578678-88D4-4250-8F9A-3D426AB188DD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Generate actionable insights</a:t>
          </a:r>
        </a:p>
      </dgm:t>
    </dgm:pt>
    <dgm:pt modelId="{8D8B7C0F-1134-44BF-BEAD-1D22830B1BEB}" type="parTrans" cxnId="{DDCFBE2E-4014-45B0-AA20-F74406E03984}">
      <dgm:prSet/>
      <dgm:spPr/>
      <dgm:t>
        <a:bodyPr/>
        <a:lstStyle/>
        <a:p>
          <a:endParaRPr lang="en-US"/>
        </a:p>
      </dgm:t>
    </dgm:pt>
    <dgm:pt modelId="{7A186FB1-CB89-4E1A-B312-F45643297298}" type="sibTrans" cxnId="{DDCFBE2E-4014-45B0-AA20-F74406E03984}">
      <dgm:prSet/>
      <dgm:spPr/>
      <dgm:t>
        <a:bodyPr/>
        <a:lstStyle/>
        <a:p>
          <a:endParaRPr lang="en-US"/>
        </a:p>
      </dgm:t>
    </dgm:pt>
    <dgm:pt modelId="{BAE47E61-AA46-46DD-ABE4-50FB002761EB}" type="pres">
      <dgm:prSet presAssocID="{D8942C23-9266-466D-852D-816EDE362F38}" presName="Name0" presStyleCnt="0">
        <dgm:presLayoutVars>
          <dgm:dir/>
          <dgm:animLvl val="lvl"/>
          <dgm:resizeHandles val="exact"/>
        </dgm:presLayoutVars>
      </dgm:prSet>
      <dgm:spPr/>
    </dgm:pt>
    <dgm:pt modelId="{E1C73B54-A139-4715-8EF0-129DF9F8B752}" type="pres">
      <dgm:prSet presAssocID="{EE47CE50-705A-4F3B-8348-81260112A3D5}" presName="boxAndChildren" presStyleCnt="0"/>
      <dgm:spPr/>
    </dgm:pt>
    <dgm:pt modelId="{479235E5-5235-4CE8-ACE3-113A3092B98A}" type="pres">
      <dgm:prSet presAssocID="{EE47CE50-705A-4F3B-8348-81260112A3D5}" presName="parentTextBox" presStyleLbl="alignNode1" presStyleIdx="0" presStyleCnt="7"/>
      <dgm:spPr/>
    </dgm:pt>
    <dgm:pt modelId="{B2D946C7-22E6-4C58-9B7F-63280BBA971B}" type="pres">
      <dgm:prSet presAssocID="{EE47CE50-705A-4F3B-8348-81260112A3D5}" presName="descendantBox" presStyleLbl="bgAccFollowNode1" presStyleIdx="0" presStyleCnt="7"/>
      <dgm:spPr/>
    </dgm:pt>
    <dgm:pt modelId="{22EDBEF9-CF6D-4771-B8A1-5E81C877B06A}" type="pres">
      <dgm:prSet presAssocID="{B119006D-1F81-463C-A096-65823F9E124E}" presName="sp" presStyleCnt="0"/>
      <dgm:spPr/>
    </dgm:pt>
    <dgm:pt modelId="{E4EDD905-1027-4492-B850-B2BD11954E3D}" type="pres">
      <dgm:prSet presAssocID="{6C7564B5-1B8A-44AD-AF5B-A8CD664EE9C7}" presName="arrowAndChildren" presStyleCnt="0"/>
      <dgm:spPr/>
    </dgm:pt>
    <dgm:pt modelId="{A744D4EA-DE51-4D31-9356-67C42602B207}" type="pres">
      <dgm:prSet presAssocID="{6C7564B5-1B8A-44AD-AF5B-A8CD664EE9C7}" presName="parentTextArrow" presStyleLbl="node1" presStyleIdx="0" presStyleCnt="0"/>
      <dgm:spPr/>
    </dgm:pt>
    <dgm:pt modelId="{C5DD250E-E0D0-4C3D-92E8-E50E6D70339F}" type="pres">
      <dgm:prSet presAssocID="{6C7564B5-1B8A-44AD-AF5B-A8CD664EE9C7}" presName="arrow" presStyleLbl="alignNode1" presStyleIdx="1" presStyleCnt="7"/>
      <dgm:spPr/>
    </dgm:pt>
    <dgm:pt modelId="{9D21426F-C297-4002-8656-50D6F0CDF3CB}" type="pres">
      <dgm:prSet presAssocID="{6C7564B5-1B8A-44AD-AF5B-A8CD664EE9C7}" presName="descendantArrow" presStyleLbl="bgAccFollowNode1" presStyleIdx="1" presStyleCnt="7"/>
      <dgm:spPr/>
    </dgm:pt>
    <dgm:pt modelId="{C73D2665-1574-42BC-9FFC-B90BAF413AED}" type="pres">
      <dgm:prSet presAssocID="{C399CF70-4314-4F0A-816F-201629745C56}" presName="sp" presStyleCnt="0"/>
      <dgm:spPr/>
    </dgm:pt>
    <dgm:pt modelId="{93BFC1BF-6D80-4DDF-8756-915B77F93B23}" type="pres">
      <dgm:prSet presAssocID="{9B91A276-9433-480E-805F-9E273A8A81DA}" presName="arrowAndChildren" presStyleCnt="0"/>
      <dgm:spPr/>
    </dgm:pt>
    <dgm:pt modelId="{46DD4D3F-46D7-470D-8776-D230EF02FBAF}" type="pres">
      <dgm:prSet presAssocID="{9B91A276-9433-480E-805F-9E273A8A81DA}" presName="parentTextArrow" presStyleLbl="node1" presStyleIdx="0" presStyleCnt="0"/>
      <dgm:spPr/>
    </dgm:pt>
    <dgm:pt modelId="{10475421-8C52-4B7F-ABAB-8AA074873E57}" type="pres">
      <dgm:prSet presAssocID="{9B91A276-9433-480E-805F-9E273A8A81DA}" presName="arrow" presStyleLbl="alignNode1" presStyleIdx="2" presStyleCnt="7"/>
      <dgm:spPr/>
    </dgm:pt>
    <dgm:pt modelId="{0765501E-F033-4814-8403-74D8AA42F48D}" type="pres">
      <dgm:prSet presAssocID="{9B91A276-9433-480E-805F-9E273A8A81DA}" presName="descendantArrow" presStyleLbl="bgAccFollowNode1" presStyleIdx="2" presStyleCnt="7"/>
      <dgm:spPr/>
    </dgm:pt>
    <dgm:pt modelId="{515DDC37-FB90-470A-9601-4BFE85D13009}" type="pres">
      <dgm:prSet presAssocID="{A9F34F13-D745-4226-88CD-DD533BB17F1D}" presName="sp" presStyleCnt="0"/>
      <dgm:spPr/>
    </dgm:pt>
    <dgm:pt modelId="{86573465-DA0B-49F1-9922-37F08FDC8417}" type="pres">
      <dgm:prSet presAssocID="{04CB274D-DE72-4F8C-B703-5AAFBC3E027B}" presName="arrowAndChildren" presStyleCnt="0"/>
      <dgm:spPr/>
    </dgm:pt>
    <dgm:pt modelId="{701FE788-C353-4A05-A4AC-5B16BFD9B0F2}" type="pres">
      <dgm:prSet presAssocID="{04CB274D-DE72-4F8C-B703-5AAFBC3E027B}" presName="parentTextArrow" presStyleLbl="node1" presStyleIdx="0" presStyleCnt="0"/>
      <dgm:spPr/>
    </dgm:pt>
    <dgm:pt modelId="{783A19AE-B6D1-4263-BA35-305F4114B106}" type="pres">
      <dgm:prSet presAssocID="{04CB274D-DE72-4F8C-B703-5AAFBC3E027B}" presName="arrow" presStyleLbl="alignNode1" presStyleIdx="3" presStyleCnt="7"/>
      <dgm:spPr/>
    </dgm:pt>
    <dgm:pt modelId="{27B868CB-1185-4A61-AA71-1B215CFBE946}" type="pres">
      <dgm:prSet presAssocID="{04CB274D-DE72-4F8C-B703-5AAFBC3E027B}" presName="descendantArrow" presStyleLbl="bgAccFollowNode1" presStyleIdx="3" presStyleCnt="7"/>
      <dgm:spPr/>
    </dgm:pt>
    <dgm:pt modelId="{36E524B0-FEA7-45BE-BDE2-EC2C967A3DF3}" type="pres">
      <dgm:prSet presAssocID="{0844512D-7E49-4273-B3D5-7A549F421F6B}" presName="sp" presStyleCnt="0"/>
      <dgm:spPr/>
    </dgm:pt>
    <dgm:pt modelId="{1FFCC595-FC38-4B7A-A408-A8CE8FE3436A}" type="pres">
      <dgm:prSet presAssocID="{5EAC78B1-CEA8-4F73-9194-F9C18726333F}" presName="arrowAndChildren" presStyleCnt="0"/>
      <dgm:spPr/>
    </dgm:pt>
    <dgm:pt modelId="{1197B490-D8B4-4689-85B7-D82C921773FA}" type="pres">
      <dgm:prSet presAssocID="{5EAC78B1-CEA8-4F73-9194-F9C18726333F}" presName="parentTextArrow" presStyleLbl="node1" presStyleIdx="0" presStyleCnt="0"/>
      <dgm:spPr/>
    </dgm:pt>
    <dgm:pt modelId="{95EA1EA9-49EF-4EC9-BEE7-07EAEBF9F476}" type="pres">
      <dgm:prSet presAssocID="{5EAC78B1-CEA8-4F73-9194-F9C18726333F}" presName="arrow" presStyleLbl="alignNode1" presStyleIdx="4" presStyleCnt="7"/>
      <dgm:spPr/>
    </dgm:pt>
    <dgm:pt modelId="{14D9E614-3B7D-4EAF-BA3C-DD05C7EB7B97}" type="pres">
      <dgm:prSet presAssocID="{5EAC78B1-CEA8-4F73-9194-F9C18726333F}" presName="descendantArrow" presStyleLbl="bgAccFollowNode1" presStyleIdx="4" presStyleCnt="7"/>
      <dgm:spPr/>
    </dgm:pt>
    <dgm:pt modelId="{DD7072FA-D1F7-4E90-BBB2-23A553CD858B}" type="pres">
      <dgm:prSet presAssocID="{89859C01-1FED-4590-9609-B146F54C2446}" presName="sp" presStyleCnt="0"/>
      <dgm:spPr/>
    </dgm:pt>
    <dgm:pt modelId="{2B87E85E-2CC7-4E96-A725-10F8FD29AF4A}" type="pres">
      <dgm:prSet presAssocID="{179A3AB9-5FDE-46B1-A4EF-0D8316ECA951}" presName="arrowAndChildren" presStyleCnt="0"/>
      <dgm:spPr/>
    </dgm:pt>
    <dgm:pt modelId="{33E74318-5904-4DBC-A26D-FE186A4ED283}" type="pres">
      <dgm:prSet presAssocID="{179A3AB9-5FDE-46B1-A4EF-0D8316ECA951}" presName="parentTextArrow" presStyleLbl="node1" presStyleIdx="0" presStyleCnt="0"/>
      <dgm:spPr/>
    </dgm:pt>
    <dgm:pt modelId="{443360DF-630E-4537-8C90-1B3B122A2730}" type="pres">
      <dgm:prSet presAssocID="{179A3AB9-5FDE-46B1-A4EF-0D8316ECA951}" presName="arrow" presStyleLbl="alignNode1" presStyleIdx="5" presStyleCnt="7"/>
      <dgm:spPr/>
    </dgm:pt>
    <dgm:pt modelId="{6E7A5787-1B32-4A64-8E42-FC48DA72408D}" type="pres">
      <dgm:prSet presAssocID="{179A3AB9-5FDE-46B1-A4EF-0D8316ECA951}" presName="descendantArrow" presStyleLbl="bgAccFollowNode1" presStyleIdx="5" presStyleCnt="7"/>
      <dgm:spPr/>
    </dgm:pt>
    <dgm:pt modelId="{D8E9C250-2C15-40A1-BBFB-76CD4693B2C1}" type="pres">
      <dgm:prSet presAssocID="{A8F511E9-82FD-43C2-B5FA-49F5F4EB2593}" presName="sp" presStyleCnt="0"/>
      <dgm:spPr/>
    </dgm:pt>
    <dgm:pt modelId="{E1FEED30-D997-4EB0-A824-231A9A559B9D}" type="pres">
      <dgm:prSet presAssocID="{2B0E8490-5797-45FC-9E0E-F1D056F45A0B}" presName="arrowAndChildren" presStyleCnt="0"/>
      <dgm:spPr/>
    </dgm:pt>
    <dgm:pt modelId="{7E409F32-227F-4FAD-9564-7938AD25EE42}" type="pres">
      <dgm:prSet presAssocID="{2B0E8490-5797-45FC-9E0E-F1D056F45A0B}" presName="parentTextArrow" presStyleLbl="node1" presStyleIdx="0" presStyleCnt="0"/>
      <dgm:spPr/>
    </dgm:pt>
    <dgm:pt modelId="{5A1B7777-0997-4BC6-87B8-F5E69B0D3834}" type="pres">
      <dgm:prSet presAssocID="{2B0E8490-5797-45FC-9E0E-F1D056F45A0B}" presName="arrow" presStyleLbl="alignNode1" presStyleIdx="6" presStyleCnt="7"/>
      <dgm:spPr/>
    </dgm:pt>
    <dgm:pt modelId="{EF4D4F68-1848-41DB-8AA7-F42339648884}" type="pres">
      <dgm:prSet presAssocID="{2B0E8490-5797-45FC-9E0E-F1D056F45A0B}" presName="descendantArrow" presStyleLbl="bgAccFollowNode1" presStyleIdx="6" presStyleCnt="7"/>
      <dgm:spPr/>
    </dgm:pt>
  </dgm:ptLst>
  <dgm:cxnLst>
    <dgm:cxn modelId="{CD03C20E-58A0-481B-B244-A27C49BDE18F}" srcId="{9B91A276-9433-480E-805F-9E273A8A81DA}" destId="{3CE59F83-C967-4C8E-9BE2-B45D65AFD414}" srcOrd="0" destOrd="0" parTransId="{944604B2-882D-47E1-BB88-3562E8A70679}" sibTransId="{0A208B10-AA86-4180-B1EF-71834979C16B}"/>
    <dgm:cxn modelId="{F7FA090F-B0E0-4C21-A981-474D18D0AF54}" srcId="{D8942C23-9266-466D-852D-816EDE362F38}" destId="{2B0E8490-5797-45FC-9E0E-F1D056F45A0B}" srcOrd="0" destOrd="0" parTransId="{7A2EF555-6297-469A-A187-1F259984C654}" sibTransId="{A8F511E9-82FD-43C2-B5FA-49F5F4EB2593}"/>
    <dgm:cxn modelId="{6B992F11-1A18-46E2-94BE-8E166294E137}" type="presOf" srcId="{6C7564B5-1B8A-44AD-AF5B-A8CD664EE9C7}" destId="{A744D4EA-DE51-4D31-9356-67C42602B207}" srcOrd="0" destOrd="0" presId="urn:microsoft.com/office/officeart/2016/7/layout/VerticalDownArrowProcess"/>
    <dgm:cxn modelId="{FCFED220-6A6C-4950-9ECF-5860D432012B}" type="presOf" srcId="{D8942C23-9266-466D-852D-816EDE362F38}" destId="{BAE47E61-AA46-46DD-ABE4-50FB002761EB}" srcOrd="0" destOrd="0" presId="urn:microsoft.com/office/officeart/2016/7/layout/VerticalDownArrowProcess"/>
    <dgm:cxn modelId="{7309862A-9746-454F-934D-13A9533A88A1}" type="presOf" srcId="{59578678-88D4-4250-8F9A-3D426AB188DD}" destId="{B2D946C7-22E6-4C58-9B7F-63280BBA971B}" srcOrd="0" destOrd="0" presId="urn:microsoft.com/office/officeart/2016/7/layout/VerticalDownArrowProcess"/>
    <dgm:cxn modelId="{DDCFBE2E-4014-45B0-AA20-F74406E03984}" srcId="{EE47CE50-705A-4F3B-8348-81260112A3D5}" destId="{59578678-88D4-4250-8F9A-3D426AB188DD}" srcOrd="0" destOrd="0" parTransId="{8D8B7C0F-1134-44BF-BEAD-1D22830B1BEB}" sibTransId="{7A186FB1-CB89-4E1A-B312-F45643297298}"/>
    <dgm:cxn modelId="{2E9A9261-FD38-4FF3-9278-2A61CF86022A}" type="presOf" srcId="{04CB274D-DE72-4F8C-B703-5AAFBC3E027B}" destId="{701FE788-C353-4A05-A4AC-5B16BFD9B0F2}" srcOrd="0" destOrd="0" presId="urn:microsoft.com/office/officeart/2016/7/layout/VerticalDownArrowProcess"/>
    <dgm:cxn modelId="{9D364542-3F40-4F39-82D5-BC01E4EF9FF8}" srcId="{2B0E8490-5797-45FC-9E0E-F1D056F45A0B}" destId="{2F92D9C7-0999-4632-90D4-A9FE6DB84A53}" srcOrd="0" destOrd="0" parTransId="{5F80D387-1E80-4F10-AADA-77C3B7695090}" sibTransId="{5AD3ABDC-09BD-4DB1-A653-B622778EE65E}"/>
    <dgm:cxn modelId="{C25E6168-304D-44A8-A6D6-A6A12289A1BB}" srcId="{04CB274D-DE72-4F8C-B703-5AAFBC3E027B}" destId="{246D70EE-8D5E-480B-8DAD-7B8521855EC0}" srcOrd="0" destOrd="0" parTransId="{00B9C05F-D5E1-4272-900C-B7C8BE5A7698}" sibTransId="{CBFACD07-C269-4FC3-A3B4-5A86A0E6DBF5}"/>
    <dgm:cxn modelId="{EAE8F46A-FAF1-4571-B170-07FB4358CCA6}" srcId="{6C7564B5-1B8A-44AD-AF5B-A8CD664EE9C7}" destId="{6D97F415-087C-41AD-A184-1C474E12155B}" srcOrd="0" destOrd="0" parTransId="{38731D13-3E4D-40AC-B663-EDFFD1AF70BE}" sibTransId="{32BCCAD4-973C-4455-AA8B-DA78EAC0D989}"/>
    <dgm:cxn modelId="{6453964D-FE0C-47B4-BC63-A4CAE4C1B0CD}" type="presOf" srcId="{2B0E8490-5797-45FC-9E0E-F1D056F45A0B}" destId="{7E409F32-227F-4FAD-9564-7938AD25EE42}" srcOrd="0" destOrd="0" presId="urn:microsoft.com/office/officeart/2016/7/layout/VerticalDownArrowProcess"/>
    <dgm:cxn modelId="{5BB1EE6E-6A72-4069-BA7C-BB183C5E6597}" srcId="{D8942C23-9266-466D-852D-816EDE362F38}" destId="{5EAC78B1-CEA8-4F73-9194-F9C18726333F}" srcOrd="2" destOrd="0" parTransId="{B29B900F-1643-46A1-BF23-F594146128CE}" sibTransId="{0844512D-7E49-4273-B3D5-7A549F421F6B}"/>
    <dgm:cxn modelId="{6221F36F-7CC6-4A0E-979F-43DE26C5B631}" srcId="{5EAC78B1-CEA8-4F73-9194-F9C18726333F}" destId="{CF887E2C-C204-4A8F-AA2D-0A2FDA5206C6}" srcOrd="0" destOrd="0" parTransId="{3B32EA72-AFAD-4EFE-B36F-8CE4CFE4096B}" sibTransId="{ECA6F002-F077-4808-A20C-3A69862A3386}"/>
    <dgm:cxn modelId="{BCC01580-AF04-4AC4-AE2C-83D75FA152DC}" type="presOf" srcId="{CF887E2C-C204-4A8F-AA2D-0A2FDA5206C6}" destId="{14D9E614-3B7D-4EAF-BA3C-DD05C7EB7B97}" srcOrd="0" destOrd="0" presId="urn:microsoft.com/office/officeart/2016/7/layout/VerticalDownArrowProcess"/>
    <dgm:cxn modelId="{A6213F80-1FF7-451E-A712-77D7296ABA5B}" srcId="{D8942C23-9266-466D-852D-816EDE362F38}" destId="{04CB274D-DE72-4F8C-B703-5AAFBC3E027B}" srcOrd="3" destOrd="0" parTransId="{B15A4028-5D23-4EB2-A6CB-6DA040513ED5}" sibTransId="{A9F34F13-D745-4226-88CD-DD533BB17F1D}"/>
    <dgm:cxn modelId="{E554A687-10EE-4792-B268-D7673ED612E8}" srcId="{D8942C23-9266-466D-852D-816EDE362F38}" destId="{6C7564B5-1B8A-44AD-AF5B-A8CD664EE9C7}" srcOrd="5" destOrd="0" parTransId="{C833F9FC-E919-4348-9DFA-5FE6FBBEDEA1}" sibTransId="{B119006D-1F81-463C-A096-65823F9E124E}"/>
    <dgm:cxn modelId="{DFAB2F90-949A-443C-B983-3598A8FA91C7}" type="presOf" srcId="{5EAC78B1-CEA8-4F73-9194-F9C18726333F}" destId="{1197B490-D8B4-4689-85B7-D82C921773FA}" srcOrd="0" destOrd="0" presId="urn:microsoft.com/office/officeart/2016/7/layout/VerticalDownArrowProcess"/>
    <dgm:cxn modelId="{74CBA990-390F-4342-B7AB-31259FA1B0E4}" type="presOf" srcId="{EE47CE50-705A-4F3B-8348-81260112A3D5}" destId="{479235E5-5235-4CE8-ACE3-113A3092B98A}" srcOrd="0" destOrd="0" presId="urn:microsoft.com/office/officeart/2016/7/layout/VerticalDownArrowProcess"/>
    <dgm:cxn modelId="{F9592891-EC62-434E-BFD8-D301400D486F}" type="presOf" srcId="{5EAC78B1-CEA8-4F73-9194-F9C18726333F}" destId="{95EA1EA9-49EF-4EC9-BEE7-07EAEBF9F476}" srcOrd="1" destOrd="0" presId="urn:microsoft.com/office/officeart/2016/7/layout/VerticalDownArrowProcess"/>
    <dgm:cxn modelId="{95B67B97-DFFC-40B2-AF3E-0B8E3992A879}" srcId="{179A3AB9-5FDE-46B1-A4EF-0D8316ECA951}" destId="{8E942156-D285-403C-B1E1-F91B60AA1C7F}" srcOrd="0" destOrd="0" parTransId="{1B6F43CE-288B-4D06-9C14-F5CBFE04E0A3}" sibTransId="{A83C6090-0D11-4753-8C06-4C61E7D573E0}"/>
    <dgm:cxn modelId="{3DD52098-7E93-45D6-A6C1-A3356D957A4A}" type="presOf" srcId="{8E942156-D285-403C-B1E1-F91B60AA1C7F}" destId="{6E7A5787-1B32-4A64-8E42-FC48DA72408D}" srcOrd="0" destOrd="0" presId="urn:microsoft.com/office/officeart/2016/7/layout/VerticalDownArrowProcess"/>
    <dgm:cxn modelId="{CE4B0E9B-044D-4873-9498-92F075773AB0}" type="presOf" srcId="{6C7564B5-1B8A-44AD-AF5B-A8CD664EE9C7}" destId="{C5DD250E-E0D0-4C3D-92E8-E50E6D70339F}" srcOrd="1" destOrd="0" presId="urn:microsoft.com/office/officeart/2016/7/layout/VerticalDownArrowProcess"/>
    <dgm:cxn modelId="{164273A4-3C3D-42B9-BACB-DD26FDBEE980}" type="presOf" srcId="{2B0E8490-5797-45FC-9E0E-F1D056F45A0B}" destId="{5A1B7777-0997-4BC6-87B8-F5E69B0D3834}" srcOrd="1" destOrd="0" presId="urn:microsoft.com/office/officeart/2016/7/layout/VerticalDownArrowProcess"/>
    <dgm:cxn modelId="{9F1205B4-B408-42C3-9336-80D41E3021C9}" srcId="{D8942C23-9266-466D-852D-816EDE362F38}" destId="{EE47CE50-705A-4F3B-8348-81260112A3D5}" srcOrd="6" destOrd="0" parTransId="{988D2D1D-516F-4F93-8F54-FF593A45CE9D}" sibTransId="{7DAE2B93-2869-480C-A8A8-8A20E379810A}"/>
    <dgm:cxn modelId="{891AEBB5-B423-4C02-8BCB-A109A0613E3E}" type="presOf" srcId="{3CE59F83-C967-4C8E-9BE2-B45D65AFD414}" destId="{0765501E-F033-4814-8403-74D8AA42F48D}" srcOrd="0" destOrd="0" presId="urn:microsoft.com/office/officeart/2016/7/layout/VerticalDownArrowProcess"/>
    <dgm:cxn modelId="{D6457BB8-9386-46F4-91AA-F87EF106B017}" type="presOf" srcId="{246D70EE-8D5E-480B-8DAD-7B8521855EC0}" destId="{27B868CB-1185-4A61-AA71-1B215CFBE946}" srcOrd="0" destOrd="0" presId="urn:microsoft.com/office/officeart/2016/7/layout/VerticalDownArrowProcess"/>
    <dgm:cxn modelId="{44F234C5-4EBF-449D-BF56-F38B8D38DE7E}" type="presOf" srcId="{6D97F415-087C-41AD-A184-1C474E12155B}" destId="{9D21426F-C297-4002-8656-50D6F0CDF3CB}" srcOrd="0" destOrd="0" presId="urn:microsoft.com/office/officeart/2016/7/layout/VerticalDownArrowProcess"/>
    <dgm:cxn modelId="{B88879CA-6ADA-4DE0-AB61-D386B2E02104}" type="presOf" srcId="{2F92D9C7-0999-4632-90D4-A9FE6DB84A53}" destId="{EF4D4F68-1848-41DB-8AA7-F42339648884}" srcOrd="0" destOrd="0" presId="urn:microsoft.com/office/officeart/2016/7/layout/VerticalDownArrowProcess"/>
    <dgm:cxn modelId="{71C2DBCA-B490-4F85-AA96-1C933E5693B9}" type="presOf" srcId="{9B91A276-9433-480E-805F-9E273A8A81DA}" destId="{46DD4D3F-46D7-470D-8776-D230EF02FBAF}" srcOrd="0" destOrd="0" presId="urn:microsoft.com/office/officeart/2016/7/layout/VerticalDownArrowProcess"/>
    <dgm:cxn modelId="{7642BFD5-9304-4897-8F0E-5BF396E5A88C}" type="presOf" srcId="{179A3AB9-5FDE-46B1-A4EF-0D8316ECA951}" destId="{443360DF-630E-4537-8C90-1B3B122A2730}" srcOrd="1" destOrd="0" presId="urn:microsoft.com/office/officeart/2016/7/layout/VerticalDownArrowProcess"/>
    <dgm:cxn modelId="{4D17C5E2-29F2-4588-B4AC-BDE6B2213B35}" type="presOf" srcId="{179A3AB9-5FDE-46B1-A4EF-0D8316ECA951}" destId="{33E74318-5904-4DBC-A26D-FE186A4ED283}" srcOrd="0" destOrd="0" presId="urn:microsoft.com/office/officeart/2016/7/layout/VerticalDownArrowProcess"/>
    <dgm:cxn modelId="{0CCA85E8-105E-4F92-8334-8B208067E0C6}" srcId="{D8942C23-9266-466D-852D-816EDE362F38}" destId="{179A3AB9-5FDE-46B1-A4EF-0D8316ECA951}" srcOrd="1" destOrd="0" parTransId="{713A68DA-DD13-4628-8DC5-0CAD2C48B55A}" sibTransId="{89859C01-1FED-4590-9609-B146F54C2446}"/>
    <dgm:cxn modelId="{3E9026F6-812D-431A-A221-CD30943F9FBF}" type="presOf" srcId="{04CB274D-DE72-4F8C-B703-5AAFBC3E027B}" destId="{783A19AE-B6D1-4263-BA35-305F4114B106}" srcOrd="1" destOrd="0" presId="urn:microsoft.com/office/officeart/2016/7/layout/VerticalDownArrowProcess"/>
    <dgm:cxn modelId="{B0793BFB-3FBA-4ACD-880B-1AB215858B74}" srcId="{D8942C23-9266-466D-852D-816EDE362F38}" destId="{9B91A276-9433-480E-805F-9E273A8A81DA}" srcOrd="4" destOrd="0" parTransId="{7FF04DDB-E8CF-40BF-9355-FEDA2C381596}" sibTransId="{C399CF70-4314-4F0A-816F-201629745C56}"/>
    <dgm:cxn modelId="{0E11A6FF-679E-4865-A812-8BBE39BA6D07}" type="presOf" srcId="{9B91A276-9433-480E-805F-9E273A8A81DA}" destId="{10475421-8C52-4B7F-ABAB-8AA074873E57}" srcOrd="1" destOrd="0" presId="urn:microsoft.com/office/officeart/2016/7/layout/VerticalDownArrowProcess"/>
    <dgm:cxn modelId="{2EE828FA-1D24-491A-8209-6859B8E23FFD}" type="presParOf" srcId="{BAE47E61-AA46-46DD-ABE4-50FB002761EB}" destId="{E1C73B54-A139-4715-8EF0-129DF9F8B752}" srcOrd="0" destOrd="0" presId="urn:microsoft.com/office/officeart/2016/7/layout/VerticalDownArrowProcess"/>
    <dgm:cxn modelId="{AF5E5B25-D10B-4C2F-B996-320AD1C817EB}" type="presParOf" srcId="{E1C73B54-A139-4715-8EF0-129DF9F8B752}" destId="{479235E5-5235-4CE8-ACE3-113A3092B98A}" srcOrd="0" destOrd="0" presId="urn:microsoft.com/office/officeart/2016/7/layout/VerticalDownArrowProcess"/>
    <dgm:cxn modelId="{7DDD6F2E-91A0-4F94-9C0B-7187AE11A763}" type="presParOf" srcId="{E1C73B54-A139-4715-8EF0-129DF9F8B752}" destId="{B2D946C7-22E6-4C58-9B7F-63280BBA971B}" srcOrd="1" destOrd="0" presId="urn:microsoft.com/office/officeart/2016/7/layout/VerticalDownArrowProcess"/>
    <dgm:cxn modelId="{9D95F046-370F-4160-B3C5-FC9E75FB3AAF}" type="presParOf" srcId="{BAE47E61-AA46-46DD-ABE4-50FB002761EB}" destId="{22EDBEF9-CF6D-4771-B8A1-5E81C877B06A}" srcOrd="1" destOrd="0" presId="urn:microsoft.com/office/officeart/2016/7/layout/VerticalDownArrowProcess"/>
    <dgm:cxn modelId="{56459225-4D78-4DC3-8370-5C261E1907DB}" type="presParOf" srcId="{BAE47E61-AA46-46DD-ABE4-50FB002761EB}" destId="{E4EDD905-1027-4492-B850-B2BD11954E3D}" srcOrd="2" destOrd="0" presId="urn:microsoft.com/office/officeart/2016/7/layout/VerticalDownArrowProcess"/>
    <dgm:cxn modelId="{917DBF3D-0A32-4480-BF17-830564A8492F}" type="presParOf" srcId="{E4EDD905-1027-4492-B850-B2BD11954E3D}" destId="{A744D4EA-DE51-4D31-9356-67C42602B207}" srcOrd="0" destOrd="0" presId="urn:microsoft.com/office/officeart/2016/7/layout/VerticalDownArrowProcess"/>
    <dgm:cxn modelId="{7750884B-33E7-439F-B18E-0D33006AFDAF}" type="presParOf" srcId="{E4EDD905-1027-4492-B850-B2BD11954E3D}" destId="{C5DD250E-E0D0-4C3D-92E8-E50E6D70339F}" srcOrd="1" destOrd="0" presId="urn:microsoft.com/office/officeart/2016/7/layout/VerticalDownArrowProcess"/>
    <dgm:cxn modelId="{D6CDF1AF-A943-4D1B-98E3-3007ECF682D5}" type="presParOf" srcId="{E4EDD905-1027-4492-B850-B2BD11954E3D}" destId="{9D21426F-C297-4002-8656-50D6F0CDF3CB}" srcOrd="2" destOrd="0" presId="urn:microsoft.com/office/officeart/2016/7/layout/VerticalDownArrowProcess"/>
    <dgm:cxn modelId="{450757FA-8345-4B7A-8F05-FC26E02D8363}" type="presParOf" srcId="{BAE47E61-AA46-46DD-ABE4-50FB002761EB}" destId="{C73D2665-1574-42BC-9FFC-B90BAF413AED}" srcOrd="3" destOrd="0" presId="urn:microsoft.com/office/officeart/2016/7/layout/VerticalDownArrowProcess"/>
    <dgm:cxn modelId="{1B43ABA8-1475-4B2C-8DDF-221FCA6827F5}" type="presParOf" srcId="{BAE47E61-AA46-46DD-ABE4-50FB002761EB}" destId="{93BFC1BF-6D80-4DDF-8756-915B77F93B23}" srcOrd="4" destOrd="0" presId="urn:microsoft.com/office/officeart/2016/7/layout/VerticalDownArrowProcess"/>
    <dgm:cxn modelId="{A406F115-0977-4442-93F0-E28A6A0D419E}" type="presParOf" srcId="{93BFC1BF-6D80-4DDF-8756-915B77F93B23}" destId="{46DD4D3F-46D7-470D-8776-D230EF02FBAF}" srcOrd="0" destOrd="0" presId="urn:microsoft.com/office/officeart/2016/7/layout/VerticalDownArrowProcess"/>
    <dgm:cxn modelId="{C5722BBE-DBEF-48F2-984B-290DE8C6DB1C}" type="presParOf" srcId="{93BFC1BF-6D80-4DDF-8756-915B77F93B23}" destId="{10475421-8C52-4B7F-ABAB-8AA074873E57}" srcOrd="1" destOrd="0" presId="urn:microsoft.com/office/officeart/2016/7/layout/VerticalDownArrowProcess"/>
    <dgm:cxn modelId="{19B958F4-55D4-40EE-9352-B9F4CE8E3598}" type="presParOf" srcId="{93BFC1BF-6D80-4DDF-8756-915B77F93B23}" destId="{0765501E-F033-4814-8403-74D8AA42F48D}" srcOrd="2" destOrd="0" presId="urn:microsoft.com/office/officeart/2016/7/layout/VerticalDownArrowProcess"/>
    <dgm:cxn modelId="{2A5C0C67-7C80-4473-88DB-4823123B9847}" type="presParOf" srcId="{BAE47E61-AA46-46DD-ABE4-50FB002761EB}" destId="{515DDC37-FB90-470A-9601-4BFE85D13009}" srcOrd="5" destOrd="0" presId="urn:microsoft.com/office/officeart/2016/7/layout/VerticalDownArrowProcess"/>
    <dgm:cxn modelId="{DD59E85C-3CA6-4E87-8849-26AFBEE99ACC}" type="presParOf" srcId="{BAE47E61-AA46-46DD-ABE4-50FB002761EB}" destId="{86573465-DA0B-49F1-9922-37F08FDC8417}" srcOrd="6" destOrd="0" presId="urn:microsoft.com/office/officeart/2016/7/layout/VerticalDownArrowProcess"/>
    <dgm:cxn modelId="{D968182B-9EC1-43F3-82C4-7760B5499250}" type="presParOf" srcId="{86573465-DA0B-49F1-9922-37F08FDC8417}" destId="{701FE788-C353-4A05-A4AC-5B16BFD9B0F2}" srcOrd="0" destOrd="0" presId="urn:microsoft.com/office/officeart/2016/7/layout/VerticalDownArrowProcess"/>
    <dgm:cxn modelId="{77A0AA26-FCF6-44F1-88F9-58AFF97C4C79}" type="presParOf" srcId="{86573465-DA0B-49F1-9922-37F08FDC8417}" destId="{783A19AE-B6D1-4263-BA35-305F4114B106}" srcOrd="1" destOrd="0" presId="urn:microsoft.com/office/officeart/2016/7/layout/VerticalDownArrowProcess"/>
    <dgm:cxn modelId="{AFE018C6-F03B-46FB-A4A6-BA1D02DBA108}" type="presParOf" srcId="{86573465-DA0B-49F1-9922-37F08FDC8417}" destId="{27B868CB-1185-4A61-AA71-1B215CFBE946}" srcOrd="2" destOrd="0" presId="urn:microsoft.com/office/officeart/2016/7/layout/VerticalDownArrowProcess"/>
    <dgm:cxn modelId="{DED01472-B5A3-4B21-8252-8A356DAA88A8}" type="presParOf" srcId="{BAE47E61-AA46-46DD-ABE4-50FB002761EB}" destId="{36E524B0-FEA7-45BE-BDE2-EC2C967A3DF3}" srcOrd="7" destOrd="0" presId="urn:microsoft.com/office/officeart/2016/7/layout/VerticalDownArrowProcess"/>
    <dgm:cxn modelId="{848FE8AF-891C-41D7-9BAE-5DD5DA3670D5}" type="presParOf" srcId="{BAE47E61-AA46-46DD-ABE4-50FB002761EB}" destId="{1FFCC595-FC38-4B7A-A408-A8CE8FE3436A}" srcOrd="8" destOrd="0" presId="urn:microsoft.com/office/officeart/2016/7/layout/VerticalDownArrowProcess"/>
    <dgm:cxn modelId="{2D10C1E0-F5A6-4FAA-89CB-A2903DB082D4}" type="presParOf" srcId="{1FFCC595-FC38-4B7A-A408-A8CE8FE3436A}" destId="{1197B490-D8B4-4689-85B7-D82C921773FA}" srcOrd="0" destOrd="0" presId="urn:microsoft.com/office/officeart/2016/7/layout/VerticalDownArrowProcess"/>
    <dgm:cxn modelId="{A8A75584-3CFA-4DF3-823A-CE01C78B4388}" type="presParOf" srcId="{1FFCC595-FC38-4B7A-A408-A8CE8FE3436A}" destId="{95EA1EA9-49EF-4EC9-BEE7-07EAEBF9F476}" srcOrd="1" destOrd="0" presId="urn:microsoft.com/office/officeart/2016/7/layout/VerticalDownArrowProcess"/>
    <dgm:cxn modelId="{A1EA430D-83BB-44F1-BCBB-7BC2D6E95F41}" type="presParOf" srcId="{1FFCC595-FC38-4B7A-A408-A8CE8FE3436A}" destId="{14D9E614-3B7D-4EAF-BA3C-DD05C7EB7B97}" srcOrd="2" destOrd="0" presId="urn:microsoft.com/office/officeart/2016/7/layout/VerticalDownArrowProcess"/>
    <dgm:cxn modelId="{C8A44630-BB27-4D7D-8AB5-83D6C078F162}" type="presParOf" srcId="{BAE47E61-AA46-46DD-ABE4-50FB002761EB}" destId="{DD7072FA-D1F7-4E90-BBB2-23A553CD858B}" srcOrd="9" destOrd="0" presId="urn:microsoft.com/office/officeart/2016/7/layout/VerticalDownArrowProcess"/>
    <dgm:cxn modelId="{71385CB2-472A-48DA-AC82-529F7C251339}" type="presParOf" srcId="{BAE47E61-AA46-46DD-ABE4-50FB002761EB}" destId="{2B87E85E-2CC7-4E96-A725-10F8FD29AF4A}" srcOrd="10" destOrd="0" presId="urn:microsoft.com/office/officeart/2016/7/layout/VerticalDownArrowProcess"/>
    <dgm:cxn modelId="{17CB5C6E-E5DF-41B8-A91C-E756F427FA51}" type="presParOf" srcId="{2B87E85E-2CC7-4E96-A725-10F8FD29AF4A}" destId="{33E74318-5904-4DBC-A26D-FE186A4ED283}" srcOrd="0" destOrd="0" presId="urn:microsoft.com/office/officeart/2016/7/layout/VerticalDownArrowProcess"/>
    <dgm:cxn modelId="{FCA75F67-0543-482D-9A0B-C17E9E7D0E47}" type="presParOf" srcId="{2B87E85E-2CC7-4E96-A725-10F8FD29AF4A}" destId="{443360DF-630E-4537-8C90-1B3B122A2730}" srcOrd="1" destOrd="0" presId="urn:microsoft.com/office/officeart/2016/7/layout/VerticalDownArrowProcess"/>
    <dgm:cxn modelId="{48B6A08C-ADD0-4677-AED6-A66C68F7F014}" type="presParOf" srcId="{2B87E85E-2CC7-4E96-A725-10F8FD29AF4A}" destId="{6E7A5787-1B32-4A64-8E42-FC48DA72408D}" srcOrd="2" destOrd="0" presId="urn:microsoft.com/office/officeart/2016/7/layout/VerticalDownArrowProcess"/>
    <dgm:cxn modelId="{E373A3AA-B9DF-4934-9366-7DAAE952A69A}" type="presParOf" srcId="{BAE47E61-AA46-46DD-ABE4-50FB002761EB}" destId="{D8E9C250-2C15-40A1-BBFB-76CD4693B2C1}" srcOrd="11" destOrd="0" presId="urn:microsoft.com/office/officeart/2016/7/layout/VerticalDownArrowProcess"/>
    <dgm:cxn modelId="{1DB5A33A-A998-4DD2-ABB5-47A156FBC0FC}" type="presParOf" srcId="{BAE47E61-AA46-46DD-ABE4-50FB002761EB}" destId="{E1FEED30-D997-4EB0-A824-231A9A559B9D}" srcOrd="12" destOrd="0" presId="urn:microsoft.com/office/officeart/2016/7/layout/VerticalDownArrowProcess"/>
    <dgm:cxn modelId="{61BCB3BB-41CC-4B95-970E-1FE4D76ED210}" type="presParOf" srcId="{E1FEED30-D997-4EB0-A824-231A9A559B9D}" destId="{7E409F32-227F-4FAD-9564-7938AD25EE42}" srcOrd="0" destOrd="0" presId="urn:microsoft.com/office/officeart/2016/7/layout/VerticalDownArrowProcess"/>
    <dgm:cxn modelId="{0DF0DAFE-22C9-4C84-950A-458F75F6681B}" type="presParOf" srcId="{E1FEED30-D997-4EB0-A824-231A9A559B9D}" destId="{5A1B7777-0997-4BC6-87B8-F5E69B0D3834}" srcOrd="1" destOrd="0" presId="urn:microsoft.com/office/officeart/2016/7/layout/VerticalDownArrowProcess"/>
    <dgm:cxn modelId="{66EA3706-3A21-419A-9B4F-2E19E26EAA21}" type="presParOf" srcId="{E1FEED30-D997-4EB0-A824-231A9A559B9D}" destId="{EF4D4F68-1848-41DB-8AA7-F42339648884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B5AAA9-8068-4D0D-A387-C29222E0807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783636-FFE5-4408-B79B-40751ED8B6F7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01_fund_master</a:t>
          </a:r>
        </a:p>
      </dgm:t>
    </dgm:pt>
    <dgm:pt modelId="{BE19A80F-F47A-4509-BFAB-34B725CE2C09}" type="parTrans" cxnId="{ABB74CBC-ED9C-4557-9FB4-69ADC5A42F96}">
      <dgm:prSet/>
      <dgm:spPr/>
      <dgm:t>
        <a:bodyPr/>
        <a:lstStyle/>
        <a:p>
          <a:endParaRPr lang="en-US"/>
        </a:p>
      </dgm:t>
    </dgm:pt>
    <dgm:pt modelId="{CA6A1FF6-4AC8-45E0-991C-7A13CADCE0D1}" type="sibTrans" cxnId="{ABB74CBC-ED9C-4557-9FB4-69ADC5A42F96}">
      <dgm:prSet/>
      <dgm:spPr/>
      <dgm:t>
        <a:bodyPr/>
        <a:lstStyle/>
        <a:p>
          <a:endParaRPr lang="en-US"/>
        </a:p>
      </dgm:t>
    </dgm:pt>
    <dgm:pt modelId="{B2FA80EE-DF9E-4DB5-8143-834C16F6574A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02_nav_history</a:t>
          </a:r>
        </a:p>
      </dgm:t>
    </dgm:pt>
    <dgm:pt modelId="{B0366F51-D4DC-4FE9-A1FF-26A4479F4717}" type="parTrans" cxnId="{46C91492-7A6B-411A-A907-CBFAA58F310C}">
      <dgm:prSet/>
      <dgm:spPr/>
      <dgm:t>
        <a:bodyPr/>
        <a:lstStyle/>
        <a:p>
          <a:endParaRPr lang="en-US"/>
        </a:p>
      </dgm:t>
    </dgm:pt>
    <dgm:pt modelId="{D9B73138-2511-4D01-9BB7-33118C50AED1}" type="sibTrans" cxnId="{46C91492-7A6B-411A-A907-CBFAA58F310C}">
      <dgm:prSet/>
      <dgm:spPr/>
      <dgm:t>
        <a:bodyPr/>
        <a:lstStyle/>
        <a:p>
          <a:endParaRPr lang="en-US"/>
        </a:p>
      </dgm:t>
    </dgm:pt>
    <dgm:pt modelId="{75F32745-B439-4F0A-8B91-426DA0D6E6AA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03_aum_by_fund_house</a:t>
          </a:r>
        </a:p>
      </dgm:t>
    </dgm:pt>
    <dgm:pt modelId="{A400B70B-BC1D-48B5-9BB0-7E94B7C65E63}" type="parTrans" cxnId="{840F742D-29C2-43A8-A8CB-A2AD19DF65A0}">
      <dgm:prSet/>
      <dgm:spPr/>
      <dgm:t>
        <a:bodyPr/>
        <a:lstStyle/>
        <a:p>
          <a:endParaRPr lang="en-US"/>
        </a:p>
      </dgm:t>
    </dgm:pt>
    <dgm:pt modelId="{F0189FFE-1A9C-413D-888F-6BE5F76283D0}" type="sibTrans" cxnId="{840F742D-29C2-43A8-A8CB-A2AD19DF65A0}">
      <dgm:prSet/>
      <dgm:spPr/>
      <dgm:t>
        <a:bodyPr/>
        <a:lstStyle/>
        <a:p>
          <a:endParaRPr lang="en-US"/>
        </a:p>
      </dgm:t>
    </dgm:pt>
    <dgm:pt modelId="{2A1188EF-8E94-481B-984F-CCB46650133E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04_monthly_sip_inflows</a:t>
          </a:r>
        </a:p>
      </dgm:t>
    </dgm:pt>
    <dgm:pt modelId="{0EA3B708-2AFC-41CF-80E9-0F571D977C0A}" type="parTrans" cxnId="{E2C610BA-2E10-4F83-8DA8-B62F67067007}">
      <dgm:prSet/>
      <dgm:spPr/>
      <dgm:t>
        <a:bodyPr/>
        <a:lstStyle/>
        <a:p>
          <a:endParaRPr lang="en-US"/>
        </a:p>
      </dgm:t>
    </dgm:pt>
    <dgm:pt modelId="{121FBF5D-BDAA-44FB-9A6B-8EEF6799C050}" type="sibTrans" cxnId="{E2C610BA-2E10-4F83-8DA8-B62F67067007}">
      <dgm:prSet/>
      <dgm:spPr/>
      <dgm:t>
        <a:bodyPr/>
        <a:lstStyle/>
        <a:p>
          <a:endParaRPr lang="en-US"/>
        </a:p>
      </dgm:t>
    </dgm:pt>
    <dgm:pt modelId="{82652198-AAF8-4D26-8DD2-567075B5AD76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05_category_inflows</a:t>
          </a:r>
        </a:p>
      </dgm:t>
    </dgm:pt>
    <dgm:pt modelId="{44A25A48-DFF2-4269-87A8-FA039D0633B7}" type="parTrans" cxnId="{59223018-316F-4FE2-897C-E1F02E9BFEBC}">
      <dgm:prSet/>
      <dgm:spPr/>
      <dgm:t>
        <a:bodyPr/>
        <a:lstStyle/>
        <a:p>
          <a:endParaRPr lang="en-US"/>
        </a:p>
      </dgm:t>
    </dgm:pt>
    <dgm:pt modelId="{5F742516-FCD5-478B-98B7-E96AC40E2990}" type="sibTrans" cxnId="{59223018-316F-4FE2-897C-E1F02E9BFEBC}">
      <dgm:prSet/>
      <dgm:spPr/>
      <dgm:t>
        <a:bodyPr/>
        <a:lstStyle/>
        <a:p>
          <a:endParaRPr lang="en-US"/>
        </a:p>
      </dgm:t>
    </dgm:pt>
    <dgm:pt modelId="{BDB3C01B-8AF2-4AFF-80C2-7BBF5294FF8A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06_industry_folio_count</a:t>
          </a:r>
        </a:p>
      </dgm:t>
    </dgm:pt>
    <dgm:pt modelId="{F3A30BC5-E57E-4A1E-827F-21D2A8D00992}" type="parTrans" cxnId="{DF8687DF-1FD6-4A7A-9C30-8A331905D034}">
      <dgm:prSet/>
      <dgm:spPr/>
      <dgm:t>
        <a:bodyPr/>
        <a:lstStyle/>
        <a:p>
          <a:endParaRPr lang="en-US"/>
        </a:p>
      </dgm:t>
    </dgm:pt>
    <dgm:pt modelId="{48202625-E4C9-4946-91F2-5A7AF8CDBDBD}" type="sibTrans" cxnId="{DF8687DF-1FD6-4A7A-9C30-8A331905D034}">
      <dgm:prSet/>
      <dgm:spPr/>
      <dgm:t>
        <a:bodyPr/>
        <a:lstStyle/>
        <a:p>
          <a:endParaRPr lang="en-US"/>
        </a:p>
      </dgm:t>
    </dgm:pt>
    <dgm:pt modelId="{2161B8E5-0EA9-4082-B30F-A9B11550614C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07_scheme_performance</a:t>
          </a:r>
        </a:p>
      </dgm:t>
    </dgm:pt>
    <dgm:pt modelId="{D35A9CA9-6EF5-413B-972B-C96FAD7215D4}" type="parTrans" cxnId="{4EEE471E-78EC-418E-AF87-767CFB2A48BB}">
      <dgm:prSet/>
      <dgm:spPr/>
      <dgm:t>
        <a:bodyPr/>
        <a:lstStyle/>
        <a:p>
          <a:endParaRPr lang="en-US"/>
        </a:p>
      </dgm:t>
    </dgm:pt>
    <dgm:pt modelId="{7A290226-EC07-40D5-B5FC-995D4C2536D5}" type="sibTrans" cxnId="{4EEE471E-78EC-418E-AF87-767CFB2A48BB}">
      <dgm:prSet/>
      <dgm:spPr/>
      <dgm:t>
        <a:bodyPr/>
        <a:lstStyle/>
        <a:p>
          <a:endParaRPr lang="en-US"/>
        </a:p>
      </dgm:t>
    </dgm:pt>
    <dgm:pt modelId="{BF1E2D0A-1E6C-4234-BCA6-3309D65A2719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08_investor_transactions</a:t>
          </a:r>
        </a:p>
      </dgm:t>
    </dgm:pt>
    <dgm:pt modelId="{BE1DBD41-274C-4F6D-B280-7C078A04AA35}" type="parTrans" cxnId="{DB174248-E03C-4933-AAAC-52725BFA62C3}">
      <dgm:prSet/>
      <dgm:spPr/>
      <dgm:t>
        <a:bodyPr/>
        <a:lstStyle/>
        <a:p>
          <a:endParaRPr lang="en-US"/>
        </a:p>
      </dgm:t>
    </dgm:pt>
    <dgm:pt modelId="{E5E429B4-C22B-4F6C-95F8-6BBDDF607B85}" type="sibTrans" cxnId="{DB174248-E03C-4933-AAAC-52725BFA62C3}">
      <dgm:prSet/>
      <dgm:spPr/>
      <dgm:t>
        <a:bodyPr/>
        <a:lstStyle/>
        <a:p>
          <a:endParaRPr lang="en-US"/>
        </a:p>
      </dgm:t>
    </dgm:pt>
    <dgm:pt modelId="{657065A9-957D-440C-AD4A-855AF4E31644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09_portfolio_holdings</a:t>
          </a:r>
        </a:p>
      </dgm:t>
    </dgm:pt>
    <dgm:pt modelId="{D7E06B2A-C52D-41F0-9B71-59D251DF214C}" type="parTrans" cxnId="{9D8BADB2-2383-4E2A-8BA3-7E975830C498}">
      <dgm:prSet/>
      <dgm:spPr/>
      <dgm:t>
        <a:bodyPr/>
        <a:lstStyle/>
        <a:p>
          <a:endParaRPr lang="en-US"/>
        </a:p>
      </dgm:t>
    </dgm:pt>
    <dgm:pt modelId="{E5D338E5-F7F7-4C34-B17D-9FD8BB8F582A}" type="sibTrans" cxnId="{9D8BADB2-2383-4E2A-8BA3-7E975830C498}">
      <dgm:prSet/>
      <dgm:spPr/>
      <dgm:t>
        <a:bodyPr/>
        <a:lstStyle/>
        <a:p>
          <a:endParaRPr lang="en-US"/>
        </a:p>
      </dgm:t>
    </dgm:pt>
    <dgm:pt modelId="{CF04B51C-4004-4F75-B52C-4B247EC427AB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10_benchmark_indices</a:t>
          </a:r>
        </a:p>
      </dgm:t>
    </dgm:pt>
    <dgm:pt modelId="{9E63B0A6-58D1-47D5-9325-71EAFDD39937}" type="parTrans" cxnId="{07C91DFE-E360-47F9-BB19-8598C6B6942E}">
      <dgm:prSet/>
      <dgm:spPr/>
      <dgm:t>
        <a:bodyPr/>
        <a:lstStyle/>
        <a:p>
          <a:endParaRPr lang="en-US"/>
        </a:p>
      </dgm:t>
    </dgm:pt>
    <dgm:pt modelId="{3DE0EC14-58E3-491F-8365-FAFE477FE202}" type="sibTrans" cxnId="{07C91DFE-E360-47F9-BB19-8598C6B6942E}">
      <dgm:prSet/>
      <dgm:spPr/>
      <dgm:t>
        <a:bodyPr/>
        <a:lstStyle/>
        <a:p>
          <a:endParaRPr lang="en-US"/>
        </a:p>
      </dgm:t>
    </dgm:pt>
    <dgm:pt modelId="{40D60621-9DA9-489D-9EC8-2159B9BF3624}" type="pres">
      <dgm:prSet presAssocID="{59B5AAA9-8068-4D0D-A387-C29222E0807F}" presName="diagram" presStyleCnt="0">
        <dgm:presLayoutVars>
          <dgm:dir/>
          <dgm:resizeHandles val="exact"/>
        </dgm:presLayoutVars>
      </dgm:prSet>
      <dgm:spPr/>
    </dgm:pt>
    <dgm:pt modelId="{F0993AC2-B5A7-4ED3-96CB-F654670971E5}" type="pres">
      <dgm:prSet presAssocID="{D9783636-FFE5-4408-B79B-40751ED8B6F7}" presName="node" presStyleLbl="node1" presStyleIdx="0" presStyleCnt="10">
        <dgm:presLayoutVars>
          <dgm:bulletEnabled val="1"/>
        </dgm:presLayoutVars>
      </dgm:prSet>
      <dgm:spPr/>
    </dgm:pt>
    <dgm:pt modelId="{55D611F7-13AF-45F9-8217-E5FC94A7AC5A}" type="pres">
      <dgm:prSet presAssocID="{CA6A1FF6-4AC8-45E0-991C-7A13CADCE0D1}" presName="sibTrans" presStyleCnt="0"/>
      <dgm:spPr/>
    </dgm:pt>
    <dgm:pt modelId="{0746CC15-21C0-4097-AFE8-E20080EAE915}" type="pres">
      <dgm:prSet presAssocID="{B2FA80EE-DF9E-4DB5-8143-834C16F6574A}" presName="node" presStyleLbl="node1" presStyleIdx="1" presStyleCnt="10">
        <dgm:presLayoutVars>
          <dgm:bulletEnabled val="1"/>
        </dgm:presLayoutVars>
      </dgm:prSet>
      <dgm:spPr/>
    </dgm:pt>
    <dgm:pt modelId="{B373A448-8C2C-4BB1-B2F0-16B9DC8E0147}" type="pres">
      <dgm:prSet presAssocID="{D9B73138-2511-4D01-9BB7-33118C50AED1}" presName="sibTrans" presStyleCnt="0"/>
      <dgm:spPr/>
    </dgm:pt>
    <dgm:pt modelId="{1B723873-C80C-424B-BA64-B8EC46558F7C}" type="pres">
      <dgm:prSet presAssocID="{75F32745-B439-4F0A-8B91-426DA0D6E6AA}" presName="node" presStyleLbl="node1" presStyleIdx="2" presStyleCnt="10">
        <dgm:presLayoutVars>
          <dgm:bulletEnabled val="1"/>
        </dgm:presLayoutVars>
      </dgm:prSet>
      <dgm:spPr/>
    </dgm:pt>
    <dgm:pt modelId="{5E5E2F95-CEEA-4172-B621-F2E637A0F344}" type="pres">
      <dgm:prSet presAssocID="{F0189FFE-1A9C-413D-888F-6BE5F76283D0}" presName="sibTrans" presStyleCnt="0"/>
      <dgm:spPr/>
    </dgm:pt>
    <dgm:pt modelId="{17FC9BAE-8FB5-4B60-9C00-171A8855CA57}" type="pres">
      <dgm:prSet presAssocID="{2A1188EF-8E94-481B-984F-CCB46650133E}" presName="node" presStyleLbl="node1" presStyleIdx="3" presStyleCnt="10">
        <dgm:presLayoutVars>
          <dgm:bulletEnabled val="1"/>
        </dgm:presLayoutVars>
      </dgm:prSet>
      <dgm:spPr/>
    </dgm:pt>
    <dgm:pt modelId="{1CD4508C-74A3-4470-8F70-19DEABC19AE6}" type="pres">
      <dgm:prSet presAssocID="{121FBF5D-BDAA-44FB-9A6B-8EEF6799C050}" presName="sibTrans" presStyleCnt="0"/>
      <dgm:spPr/>
    </dgm:pt>
    <dgm:pt modelId="{0B4558A3-5C80-4267-B892-9E3A36050238}" type="pres">
      <dgm:prSet presAssocID="{82652198-AAF8-4D26-8DD2-567075B5AD76}" presName="node" presStyleLbl="node1" presStyleIdx="4" presStyleCnt="10">
        <dgm:presLayoutVars>
          <dgm:bulletEnabled val="1"/>
        </dgm:presLayoutVars>
      </dgm:prSet>
      <dgm:spPr/>
    </dgm:pt>
    <dgm:pt modelId="{23264D6C-1457-4A2A-AA50-485F24AF0EFC}" type="pres">
      <dgm:prSet presAssocID="{5F742516-FCD5-478B-98B7-E96AC40E2990}" presName="sibTrans" presStyleCnt="0"/>
      <dgm:spPr/>
    </dgm:pt>
    <dgm:pt modelId="{71B5696B-6D89-4034-9435-74A6D76BFB8C}" type="pres">
      <dgm:prSet presAssocID="{BDB3C01B-8AF2-4AFF-80C2-7BBF5294FF8A}" presName="node" presStyleLbl="node1" presStyleIdx="5" presStyleCnt="10">
        <dgm:presLayoutVars>
          <dgm:bulletEnabled val="1"/>
        </dgm:presLayoutVars>
      </dgm:prSet>
      <dgm:spPr/>
    </dgm:pt>
    <dgm:pt modelId="{C99CD23F-3AD9-446C-80A2-156A2DA65D44}" type="pres">
      <dgm:prSet presAssocID="{48202625-E4C9-4946-91F2-5A7AF8CDBDBD}" presName="sibTrans" presStyleCnt="0"/>
      <dgm:spPr/>
    </dgm:pt>
    <dgm:pt modelId="{9D2CAF54-D0BC-4E81-8197-A8308818656A}" type="pres">
      <dgm:prSet presAssocID="{2161B8E5-0EA9-4082-B30F-A9B11550614C}" presName="node" presStyleLbl="node1" presStyleIdx="6" presStyleCnt="10">
        <dgm:presLayoutVars>
          <dgm:bulletEnabled val="1"/>
        </dgm:presLayoutVars>
      </dgm:prSet>
      <dgm:spPr/>
    </dgm:pt>
    <dgm:pt modelId="{FFD73FE0-2277-4F77-BE7D-48400F53E4F7}" type="pres">
      <dgm:prSet presAssocID="{7A290226-EC07-40D5-B5FC-995D4C2536D5}" presName="sibTrans" presStyleCnt="0"/>
      <dgm:spPr/>
    </dgm:pt>
    <dgm:pt modelId="{85C0D586-04CB-4696-B792-CC5C6EA214C9}" type="pres">
      <dgm:prSet presAssocID="{BF1E2D0A-1E6C-4234-BCA6-3309D65A2719}" presName="node" presStyleLbl="node1" presStyleIdx="7" presStyleCnt="10">
        <dgm:presLayoutVars>
          <dgm:bulletEnabled val="1"/>
        </dgm:presLayoutVars>
      </dgm:prSet>
      <dgm:spPr/>
    </dgm:pt>
    <dgm:pt modelId="{DE213DA9-4081-4B19-81A0-F94AED2CBEDC}" type="pres">
      <dgm:prSet presAssocID="{E5E429B4-C22B-4F6C-95F8-6BBDDF607B85}" presName="sibTrans" presStyleCnt="0"/>
      <dgm:spPr/>
    </dgm:pt>
    <dgm:pt modelId="{F4A03EA7-2069-47FA-A4C0-E2E02B49A78B}" type="pres">
      <dgm:prSet presAssocID="{657065A9-957D-440C-AD4A-855AF4E31644}" presName="node" presStyleLbl="node1" presStyleIdx="8" presStyleCnt="10">
        <dgm:presLayoutVars>
          <dgm:bulletEnabled val="1"/>
        </dgm:presLayoutVars>
      </dgm:prSet>
      <dgm:spPr/>
    </dgm:pt>
    <dgm:pt modelId="{D3618D99-6634-4BEE-8FFB-0C68C119CB32}" type="pres">
      <dgm:prSet presAssocID="{E5D338E5-F7F7-4C34-B17D-9FD8BB8F582A}" presName="sibTrans" presStyleCnt="0"/>
      <dgm:spPr/>
    </dgm:pt>
    <dgm:pt modelId="{3306C1DE-F03D-4124-B38E-5FAA99C2D6C6}" type="pres">
      <dgm:prSet presAssocID="{CF04B51C-4004-4F75-B52C-4B247EC427AB}" presName="node" presStyleLbl="node1" presStyleIdx="9" presStyleCnt="10">
        <dgm:presLayoutVars>
          <dgm:bulletEnabled val="1"/>
        </dgm:presLayoutVars>
      </dgm:prSet>
      <dgm:spPr/>
    </dgm:pt>
  </dgm:ptLst>
  <dgm:cxnLst>
    <dgm:cxn modelId="{107EC506-3F53-41FA-B9B3-61026E83DD9C}" type="presOf" srcId="{B2FA80EE-DF9E-4DB5-8143-834C16F6574A}" destId="{0746CC15-21C0-4097-AFE8-E20080EAE915}" srcOrd="0" destOrd="0" presId="urn:microsoft.com/office/officeart/2005/8/layout/default"/>
    <dgm:cxn modelId="{8B878A08-97B9-418D-AA0D-2BDF44734985}" type="presOf" srcId="{75F32745-B439-4F0A-8B91-426DA0D6E6AA}" destId="{1B723873-C80C-424B-BA64-B8EC46558F7C}" srcOrd="0" destOrd="0" presId="urn:microsoft.com/office/officeart/2005/8/layout/default"/>
    <dgm:cxn modelId="{59223018-316F-4FE2-897C-E1F02E9BFEBC}" srcId="{59B5AAA9-8068-4D0D-A387-C29222E0807F}" destId="{82652198-AAF8-4D26-8DD2-567075B5AD76}" srcOrd="4" destOrd="0" parTransId="{44A25A48-DFF2-4269-87A8-FA039D0633B7}" sibTransId="{5F742516-FCD5-478B-98B7-E96AC40E2990}"/>
    <dgm:cxn modelId="{4EEE471E-78EC-418E-AF87-767CFB2A48BB}" srcId="{59B5AAA9-8068-4D0D-A387-C29222E0807F}" destId="{2161B8E5-0EA9-4082-B30F-A9B11550614C}" srcOrd="6" destOrd="0" parTransId="{D35A9CA9-6EF5-413B-972B-C96FAD7215D4}" sibTransId="{7A290226-EC07-40D5-B5FC-995D4C2536D5}"/>
    <dgm:cxn modelId="{840F742D-29C2-43A8-A8CB-A2AD19DF65A0}" srcId="{59B5AAA9-8068-4D0D-A387-C29222E0807F}" destId="{75F32745-B439-4F0A-8B91-426DA0D6E6AA}" srcOrd="2" destOrd="0" parTransId="{A400B70B-BC1D-48B5-9BB0-7E94B7C65E63}" sibTransId="{F0189FFE-1A9C-413D-888F-6BE5F76283D0}"/>
    <dgm:cxn modelId="{A9718860-A9DF-46BD-8018-528B5B633144}" type="presOf" srcId="{657065A9-957D-440C-AD4A-855AF4E31644}" destId="{F4A03EA7-2069-47FA-A4C0-E2E02B49A78B}" srcOrd="0" destOrd="0" presId="urn:microsoft.com/office/officeart/2005/8/layout/default"/>
    <dgm:cxn modelId="{DB174248-E03C-4933-AAAC-52725BFA62C3}" srcId="{59B5AAA9-8068-4D0D-A387-C29222E0807F}" destId="{BF1E2D0A-1E6C-4234-BCA6-3309D65A2719}" srcOrd="7" destOrd="0" parTransId="{BE1DBD41-274C-4F6D-B280-7C078A04AA35}" sibTransId="{E5E429B4-C22B-4F6C-95F8-6BBDDF607B85}"/>
    <dgm:cxn modelId="{646C5376-CE3A-4515-9BC2-6C2D80FC87F7}" type="presOf" srcId="{2A1188EF-8E94-481B-984F-CCB46650133E}" destId="{17FC9BAE-8FB5-4B60-9C00-171A8855CA57}" srcOrd="0" destOrd="0" presId="urn:microsoft.com/office/officeart/2005/8/layout/default"/>
    <dgm:cxn modelId="{46C91492-7A6B-411A-A907-CBFAA58F310C}" srcId="{59B5AAA9-8068-4D0D-A387-C29222E0807F}" destId="{B2FA80EE-DF9E-4DB5-8143-834C16F6574A}" srcOrd="1" destOrd="0" parTransId="{B0366F51-D4DC-4FE9-A1FF-26A4479F4717}" sibTransId="{D9B73138-2511-4D01-9BB7-33118C50AED1}"/>
    <dgm:cxn modelId="{133EDE9B-865B-4759-BCEC-4A0028CC718B}" type="presOf" srcId="{BDB3C01B-8AF2-4AFF-80C2-7BBF5294FF8A}" destId="{71B5696B-6D89-4034-9435-74A6D76BFB8C}" srcOrd="0" destOrd="0" presId="urn:microsoft.com/office/officeart/2005/8/layout/default"/>
    <dgm:cxn modelId="{9D8BADB2-2383-4E2A-8BA3-7E975830C498}" srcId="{59B5AAA9-8068-4D0D-A387-C29222E0807F}" destId="{657065A9-957D-440C-AD4A-855AF4E31644}" srcOrd="8" destOrd="0" parTransId="{D7E06B2A-C52D-41F0-9B71-59D251DF214C}" sibTransId="{E5D338E5-F7F7-4C34-B17D-9FD8BB8F582A}"/>
    <dgm:cxn modelId="{E2C610BA-2E10-4F83-8DA8-B62F67067007}" srcId="{59B5AAA9-8068-4D0D-A387-C29222E0807F}" destId="{2A1188EF-8E94-481B-984F-CCB46650133E}" srcOrd="3" destOrd="0" parTransId="{0EA3B708-2AFC-41CF-80E9-0F571D977C0A}" sibTransId="{121FBF5D-BDAA-44FB-9A6B-8EEF6799C050}"/>
    <dgm:cxn modelId="{FFEB6BBA-1429-43C0-941F-0EAC52C1FF53}" type="presOf" srcId="{82652198-AAF8-4D26-8DD2-567075B5AD76}" destId="{0B4558A3-5C80-4267-B892-9E3A36050238}" srcOrd="0" destOrd="0" presId="urn:microsoft.com/office/officeart/2005/8/layout/default"/>
    <dgm:cxn modelId="{ABB74CBC-ED9C-4557-9FB4-69ADC5A42F96}" srcId="{59B5AAA9-8068-4D0D-A387-C29222E0807F}" destId="{D9783636-FFE5-4408-B79B-40751ED8B6F7}" srcOrd="0" destOrd="0" parTransId="{BE19A80F-F47A-4509-BFAB-34B725CE2C09}" sibTransId="{CA6A1FF6-4AC8-45E0-991C-7A13CADCE0D1}"/>
    <dgm:cxn modelId="{A10213C0-D0B6-40D7-885C-1A35C075B272}" type="presOf" srcId="{D9783636-FFE5-4408-B79B-40751ED8B6F7}" destId="{F0993AC2-B5A7-4ED3-96CB-F654670971E5}" srcOrd="0" destOrd="0" presId="urn:microsoft.com/office/officeart/2005/8/layout/default"/>
    <dgm:cxn modelId="{E64F56C7-6BDF-4E45-AEBC-630195F6F0E2}" type="presOf" srcId="{59B5AAA9-8068-4D0D-A387-C29222E0807F}" destId="{40D60621-9DA9-489D-9EC8-2159B9BF3624}" srcOrd="0" destOrd="0" presId="urn:microsoft.com/office/officeart/2005/8/layout/default"/>
    <dgm:cxn modelId="{838692CC-EAF0-43C1-B51E-8E4C8075DA9B}" type="presOf" srcId="{CF04B51C-4004-4F75-B52C-4B247EC427AB}" destId="{3306C1DE-F03D-4124-B38E-5FAA99C2D6C6}" srcOrd="0" destOrd="0" presId="urn:microsoft.com/office/officeart/2005/8/layout/default"/>
    <dgm:cxn modelId="{5B28D1CD-2880-4F0A-9D33-5506F08EE022}" type="presOf" srcId="{2161B8E5-0EA9-4082-B30F-A9B11550614C}" destId="{9D2CAF54-D0BC-4E81-8197-A8308818656A}" srcOrd="0" destOrd="0" presId="urn:microsoft.com/office/officeart/2005/8/layout/default"/>
    <dgm:cxn modelId="{AF9F65D0-2809-480D-BC40-8CF68AA4CA0D}" type="presOf" srcId="{BF1E2D0A-1E6C-4234-BCA6-3309D65A2719}" destId="{85C0D586-04CB-4696-B792-CC5C6EA214C9}" srcOrd="0" destOrd="0" presId="urn:microsoft.com/office/officeart/2005/8/layout/default"/>
    <dgm:cxn modelId="{DF8687DF-1FD6-4A7A-9C30-8A331905D034}" srcId="{59B5AAA9-8068-4D0D-A387-C29222E0807F}" destId="{BDB3C01B-8AF2-4AFF-80C2-7BBF5294FF8A}" srcOrd="5" destOrd="0" parTransId="{F3A30BC5-E57E-4A1E-827F-21D2A8D00992}" sibTransId="{48202625-E4C9-4946-91F2-5A7AF8CDBDBD}"/>
    <dgm:cxn modelId="{07C91DFE-E360-47F9-BB19-8598C6B6942E}" srcId="{59B5AAA9-8068-4D0D-A387-C29222E0807F}" destId="{CF04B51C-4004-4F75-B52C-4B247EC427AB}" srcOrd="9" destOrd="0" parTransId="{9E63B0A6-58D1-47D5-9325-71EAFDD39937}" sibTransId="{3DE0EC14-58E3-491F-8365-FAFE477FE202}"/>
    <dgm:cxn modelId="{103E589E-3B5F-4D56-A201-2FD3A957C86F}" type="presParOf" srcId="{40D60621-9DA9-489D-9EC8-2159B9BF3624}" destId="{F0993AC2-B5A7-4ED3-96CB-F654670971E5}" srcOrd="0" destOrd="0" presId="urn:microsoft.com/office/officeart/2005/8/layout/default"/>
    <dgm:cxn modelId="{17A95544-2587-46FB-BD78-8491ACF95620}" type="presParOf" srcId="{40D60621-9DA9-489D-9EC8-2159B9BF3624}" destId="{55D611F7-13AF-45F9-8217-E5FC94A7AC5A}" srcOrd="1" destOrd="0" presId="urn:microsoft.com/office/officeart/2005/8/layout/default"/>
    <dgm:cxn modelId="{80366023-D51C-4BCD-9852-02BD71C434D3}" type="presParOf" srcId="{40D60621-9DA9-489D-9EC8-2159B9BF3624}" destId="{0746CC15-21C0-4097-AFE8-E20080EAE915}" srcOrd="2" destOrd="0" presId="urn:microsoft.com/office/officeart/2005/8/layout/default"/>
    <dgm:cxn modelId="{7BC16403-BB31-4F01-B3DE-EEA6CC6B859D}" type="presParOf" srcId="{40D60621-9DA9-489D-9EC8-2159B9BF3624}" destId="{B373A448-8C2C-4BB1-B2F0-16B9DC8E0147}" srcOrd="3" destOrd="0" presId="urn:microsoft.com/office/officeart/2005/8/layout/default"/>
    <dgm:cxn modelId="{7AF41169-A773-4742-A7D0-E268DC66995C}" type="presParOf" srcId="{40D60621-9DA9-489D-9EC8-2159B9BF3624}" destId="{1B723873-C80C-424B-BA64-B8EC46558F7C}" srcOrd="4" destOrd="0" presId="urn:microsoft.com/office/officeart/2005/8/layout/default"/>
    <dgm:cxn modelId="{D495CCED-B8E2-4DB7-B487-B75ACDD20FA2}" type="presParOf" srcId="{40D60621-9DA9-489D-9EC8-2159B9BF3624}" destId="{5E5E2F95-CEEA-4172-B621-F2E637A0F344}" srcOrd="5" destOrd="0" presId="urn:microsoft.com/office/officeart/2005/8/layout/default"/>
    <dgm:cxn modelId="{1FF53B7D-4909-486C-AE17-09B89628582E}" type="presParOf" srcId="{40D60621-9DA9-489D-9EC8-2159B9BF3624}" destId="{17FC9BAE-8FB5-4B60-9C00-171A8855CA57}" srcOrd="6" destOrd="0" presId="urn:microsoft.com/office/officeart/2005/8/layout/default"/>
    <dgm:cxn modelId="{2598DA48-4955-4CB2-B0CA-A160F2C43052}" type="presParOf" srcId="{40D60621-9DA9-489D-9EC8-2159B9BF3624}" destId="{1CD4508C-74A3-4470-8F70-19DEABC19AE6}" srcOrd="7" destOrd="0" presId="urn:microsoft.com/office/officeart/2005/8/layout/default"/>
    <dgm:cxn modelId="{5357489F-11B7-4F22-B617-46ECF91FFC9E}" type="presParOf" srcId="{40D60621-9DA9-489D-9EC8-2159B9BF3624}" destId="{0B4558A3-5C80-4267-B892-9E3A36050238}" srcOrd="8" destOrd="0" presId="urn:microsoft.com/office/officeart/2005/8/layout/default"/>
    <dgm:cxn modelId="{4C37CCBE-5D39-42CF-ACB8-6FA8F4144EEA}" type="presParOf" srcId="{40D60621-9DA9-489D-9EC8-2159B9BF3624}" destId="{23264D6C-1457-4A2A-AA50-485F24AF0EFC}" srcOrd="9" destOrd="0" presId="urn:microsoft.com/office/officeart/2005/8/layout/default"/>
    <dgm:cxn modelId="{A9A542A3-1C6B-4535-BCED-5BDBD874F031}" type="presParOf" srcId="{40D60621-9DA9-489D-9EC8-2159B9BF3624}" destId="{71B5696B-6D89-4034-9435-74A6D76BFB8C}" srcOrd="10" destOrd="0" presId="urn:microsoft.com/office/officeart/2005/8/layout/default"/>
    <dgm:cxn modelId="{F5F9B149-500E-4632-B2C4-5C7F47B86D2D}" type="presParOf" srcId="{40D60621-9DA9-489D-9EC8-2159B9BF3624}" destId="{C99CD23F-3AD9-446C-80A2-156A2DA65D44}" srcOrd="11" destOrd="0" presId="urn:microsoft.com/office/officeart/2005/8/layout/default"/>
    <dgm:cxn modelId="{7C393E9B-CA7E-440A-8063-1C2345A4CBFA}" type="presParOf" srcId="{40D60621-9DA9-489D-9EC8-2159B9BF3624}" destId="{9D2CAF54-D0BC-4E81-8197-A8308818656A}" srcOrd="12" destOrd="0" presId="urn:microsoft.com/office/officeart/2005/8/layout/default"/>
    <dgm:cxn modelId="{37B734AC-881A-4D19-AB58-E5139A2EEE9A}" type="presParOf" srcId="{40D60621-9DA9-489D-9EC8-2159B9BF3624}" destId="{FFD73FE0-2277-4F77-BE7D-48400F53E4F7}" srcOrd="13" destOrd="0" presId="urn:microsoft.com/office/officeart/2005/8/layout/default"/>
    <dgm:cxn modelId="{75A74AF7-7EA6-4881-B90A-8D0A4CD36801}" type="presParOf" srcId="{40D60621-9DA9-489D-9EC8-2159B9BF3624}" destId="{85C0D586-04CB-4696-B792-CC5C6EA214C9}" srcOrd="14" destOrd="0" presId="urn:microsoft.com/office/officeart/2005/8/layout/default"/>
    <dgm:cxn modelId="{17DE92E7-9B1C-487D-9B2E-8661CD206D35}" type="presParOf" srcId="{40D60621-9DA9-489D-9EC8-2159B9BF3624}" destId="{DE213DA9-4081-4B19-81A0-F94AED2CBEDC}" srcOrd="15" destOrd="0" presId="urn:microsoft.com/office/officeart/2005/8/layout/default"/>
    <dgm:cxn modelId="{96C5B158-A693-4638-951E-412946E56FBC}" type="presParOf" srcId="{40D60621-9DA9-489D-9EC8-2159B9BF3624}" destId="{F4A03EA7-2069-47FA-A4C0-E2E02B49A78B}" srcOrd="16" destOrd="0" presId="urn:microsoft.com/office/officeart/2005/8/layout/default"/>
    <dgm:cxn modelId="{B29E1142-AA03-4BF7-AE76-B1A5CAE1B097}" type="presParOf" srcId="{40D60621-9DA9-489D-9EC8-2159B9BF3624}" destId="{D3618D99-6634-4BEE-8FFB-0C68C119CB32}" srcOrd="17" destOrd="0" presId="urn:microsoft.com/office/officeart/2005/8/layout/default"/>
    <dgm:cxn modelId="{DA60DD40-481D-4A97-80A5-0840BC83C69F}" type="presParOf" srcId="{40D60621-9DA9-489D-9EC8-2159B9BF3624}" destId="{3306C1DE-F03D-4124-B38E-5FAA99C2D6C6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70579B-0532-4B97-87EF-50ED3A14411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5C24A3-E938-463D-A043-64646184E1B5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Raw Data</a:t>
          </a:r>
        </a:p>
      </dgm:t>
    </dgm:pt>
    <dgm:pt modelId="{BDBF65BA-8085-4345-BFC4-212B67316923}" type="parTrans" cxnId="{8A3F7063-8E3C-4AF9-97DC-DC4F42ACD7B8}">
      <dgm:prSet/>
      <dgm:spPr/>
      <dgm:t>
        <a:bodyPr/>
        <a:lstStyle/>
        <a:p>
          <a:endParaRPr lang="en-US"/>
        </a:p>
      </dgm:t>
    </dgm:pt>
    <dgm:pt modelId="{87B4C091-137D-4CC7-877F-D8A06C0A2081}" type="sibTrans" cxnId="{8A3F7063-8E3C-4AF9-97DC-DC4F42ACD7B8}">
      <dgm:prSet/>
      <dgm:spPr/>
      <dgm:t>
        <a:bodyPr/>
        <a:lstStyle/>
        <a:p>
          <a:endParaRPr lang="en-US"/>
        </a:p>
      </dgm:t>
    </dgm:pt>
    <dgm:pt modelId="{0A2F00F2-A2A8-4FCA-B1A8-9716C22D8D12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E0B4F885-C19E-4B47-8AB5-C6FDCC69C23D}" type="parTrans" cxnId="{3C56D9AF-BD6F-4410-AF9E-D2B622FC6E1C}">
      <dgm:prSet/>
      <dgm:spPr/>
      <dgm:t>
        <a:bodyPr/>
        <a:lstStyle/>
        <a:p>
          <a:endParaRPr lang="en-US"/>
        </a:p>
      </dgm:t>
    </dgm:pt>
    <dgm:pt modelId="{D5702820-9EE5-40FD-8742-2D883E0ACBFA}" type="sibTrans" cxnId="{3C56D9AF-BD6F-4410-AF9E-D2B622FC6E1C}">
      <dgm:prSet/>
      <dgm:spPr/>
      <dgm:t>
        <a:bodyPr/>
        <a:lstStyle/>
        <a:p>
          <a:endParaRPr lang="en-US"/>
        </a:p>
      </dgm:t>
    </dgm:pt>
    <dgm:pt modelId="{714F6895-379E-409E-A42C-8A44E3CD1FD1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Data Cleaning</a:t>
          </a:r>
        </a:p>
      </dgm:t>
    </dgm:pt>
    <dgm:pt modelId="{2FEF1BBE-BB69-4031-8388-5E3AA518F169}" type="parTrans" cxnId="{9644F886-0839-4EEE-99BA-2666ACC5FF43}">
      <dgm:prSet/>
      <dgm:spPr/>
      <dgm:t>
        <a:bodyPr/>
        <a:lstStyle/>
        <a:p>
          <a:endParaRPr lang="en-US"/>
        </a:p>
      </dgm:t>
    </dgm:pt>
    <dgm:pt modelId="{474700E6-3820-44B0-9490-A0465C49F66D}" type="sibTrans" cxnId="{9644F886-0839-4EEE-99BA-2666ACC5FF43}">
      <dgm:prSet/>
      <dgm:spPr/>
      <dgm:t>
        <a:bodyPr/>
        <a:lstStyle/>
        <a:p>
          <a:endParaRPr lang="en-US"/>
        </a:p>
      </dgm:t>
    </dgm:pt>
    <dgm:pt modelId="{51999652-2E18-4328-BDB0-9983763B8CCE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A7362A9B-24AC-4E08-895F-7518928BAAB3}" type="parTrans" cxnId="{D7C13A58-DABE-4B3C-8DB3-BBB29F480516}">
      <dgm:prSet/>
      <dgm:spPr/>
      <dgm:t>
        <a:bodyPr/>
        <a:lstStyle/>
        <a:p>
          <a:endParaRPr lang="en-US"/>
        </a:p>
      </dgm:t>
    </dgm:pt>
    <dgm:pt modelId="{405429A3-04EC-459A-AD6B-3394ABCF9FD8}" type="sibTrans" cxnId="{D7C13A58-DABE-4B3C-8DB3-BBB29F480516}">
      <dgm:prSet/>
      <dgm:spPr/>
      <dgm:t>
        <a:bodyPr/>
        <a:lstStyle/>
        <a:p>
          <a:endParaRPr lang="en-US"/>
        </a:p>
      </dgm:t>
    </dgm:pt>
    <dgm:pt modelId="{8310F8A1-7F8B-49B0-9E0B-AB2C141F233F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Processed Data</a:t>
          </a:r>
        </a:p>
      </dgm:t>
    </dgm:pt>
    <dgm:pt modelId="{94E9DF9C-AA5D-49F5-9F6B-0E1CCA7938B9}" type="parTrans" cxnId="{935335A3-CED7-4CC4-A38A-28130AE71A8A}">
      <dgm:prSet/>
      <dgm:spPr/>
      <dgm:t>
        <a:bodyPr/>
        <a:lstStyle/>
        <a:p>
          <a:endParaRPr lang="en-US"/>
        </a:p>
      </dgm:t>
    </dgm:pt>
    <dgm:pt modelId="{C8853572-13FB-4D2A-B573-A92724A3FDF6}" type="sibTrans" cxnId="{935335A3-CED7-4CC4-A38A-28130AE71A8A}">
      <dgm:prSet/>
      <dgm:spPr/>
      <dgm:t>
        <a:bodyPr/>
        <a:lstStyle/>
        <a:p>
          <a:endParaRPr lang="en-US"/>
        </a:p>
      </dgm:t>
    </dgm:pt>
    <dgm:pt modelId="{FDABB9B0-2D8D-45A5-9A47-473F0C931AA1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9B30AA21-7549-4725-B89A-4F890CF6C43F}" type="parTrans" cxnId="{AF3303A9-0907-414A-8A65-169823DF64CB}">
      <dgm:prSet/>
      <dgm:spPr/>
      <dgm:t>
        <a:bodyPr/>
        <a:lstStyle/>
        <a:p>
          <a:endParaRPr lang="en-US"/>
        </a:p>
      </dgm:t>
    </dgm:pt>
    <dgm:pt modelId="{F9D13B3D-85BE-43B4-B6C2-93A2452CD473}" type="sibTrans" cxnId="{AF3303A9-0907-414A-8A65-169823DF64CB}">
      <dgm:prSet/>
      <dgm:spPr/>
      <dgm:t>
        <a:bodyPr/>
        <a:lstStyle/>
        <a:p>
          <a:endParaRPr lang="en-US"/>
        </a:p>
      </dgm:t>
    </dgm:pt>
    <dgm:pt modelId="{636B55B6-84FA-4ACF-8DD8-F87B8276B355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SQLite Database</a:t>
          </a:r>
        </a:p>
      </dgm:t>
    </dgm:pt>
    <dgm:pt modelId="{3DE76D0E-EDD4-4B32-B857-2E50F074F008}" type="parTrans" cxnId="{A20AC0F2-55F7-4FED-A11F-1FC5A1C151B5}">
      <dgm:prSet/>
      <dgm:spPr/>
      <dgm:t>
        <a:bodyPr/>
        <a:lstStyle/>
        <a:p>
          <a:endParaRPr lang="en-US"/>
        </a:p>
      </dgm:t>
    </dgm:pt>
    <dgm:pt modelId="{A1E38E84-68E5-48AF-A8EC-350171A7BCE1}" type="sibTrans" cxnId="{A20AC0F2-55F7-4FED-A11F-1FC5A1C151B5}">
      <dgm:prSet/>
      <dgm:spPr/>
      <dgm:t>
        <a:bodyPr/>
        <a:lstStyle/>
        <a:p>
          <a:endParaRPr lang="en-US"/>
        </a:p>
      </dgm:t>
    </dgm:pt>
    <dgm:pt modelId="{7A3A58DB-946B-4089-9ADC-0E9221899488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98492E25-8FCC-48DB-BA61-4EA564DA2C43}" type="parTrans" cxnId="{5C5BD512-8892-443D-990C-C5FD5501E72C}">
      <dgm:prSet/>
      <dgm:spPr/>
      <dgm:t>
        <a:bodyPr/>
        <a:lstStyle/>
        <a:p>
          <a:endParaRPr lang="en-US"/>
        </a:p>
      </dgm:t>
    </dgm:pt>
    <dgm:pt modelId="{F4876778-A2DE-426D-BD07-2895451EA5B0}" type="sibTrans" cxnId="{5C5BD512-8892-443D-990C-C5FD5501E72C}">
      <dgm:prSet/>
      <dgm:spPr/>
      <dgm:t>
        <a:bodyPr/>
        <a:lstStyle/>
        <a:p>
          <a:endParaRPr lang="en-US"/>
        </a:p>
      </dgm:t>
    </dgm:pt>
    <dgm:pt modelId="{D6C3ADDC-A9A0-4B08-93DD-8A727CA864C7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Analytics Engine</a:t>
          </a:r>
        </a:p>
      </dgm:t>
    </dgm:pt>
    <dgm:pt modelId="{28217082-67D0-4861-92AC-51E94F344753}" type="parTrans" cxnId="{A9CCC586-2CF7-42ED-99B8-41420E136026}">
      <dgm:prSet/>
      <dgm:spPr/>
      <dgm:t>
        <a:bodyPr/>
        <a:lstStyle/>
        <a:p>
          <a:endParaRPr lang="en-US"/>
        </a:p>
      </dgm:t>
    </dgm:pt>
    <dgm:pt modelId="{AD1343AB-9379-4EC7-939F-12EB93EF2272}" type="sibTrans" cxnId="{A9CCC586-2CF7-42ED-99B8-41420E136026}">
      <dgm:prSet/>
      <dgm:spPr/>
      <dgm:t>
        <a:bodyPr/>
        <a:lstStyle/>
        <a:p>
          <a:endParaRPr lang="en-US"/>
        </a:p>
      </dgm:t>
    </dgm:pt>
    <dgm:pt modelId="{F7A0D153-4E35-4630-88A0-07B0707CC2BD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5BDD29C8-6836-4FDC-8DC4-F55FA9909D62}" type="parTrans" cxnId="{4AB93153-7213-4D4F-9C7F-79CFBAC644B5}">
      <dgm:prSet/>
      <dgm:spPr/>
      <dgm:t>
        <a:bodyPr/>
        <a:lstStyle/>
        <a:p>
          <a:endParaRPr lang="en-US"/>
        </a:p>
      </dgm:t>
    </dgm:pt>
    <dgm:pt modelId="{008F1450-6240-45A7-97A4-C9407F004FD9}" type="sibTrans" cxnId="{4AB93153-7213-4D4F-9C7F-79CFBAC644B5}">
      <dgm:prSet/>
      <dgm:spPr/>
      <dgm:t>
        <a:bodyPr/>
        <a:lstStyle/>
        <a:p>
          <a:endParaRPr lang="en-US"/>
        </a:p>
      </dgm:t>
    </dgm:pt>
    <dgm:pt modelId="{DD8ED620-07F9-4CBF-B815-B70E341B8240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Power BI Dashboard</a:t>
          </a:r>
        </a:p>
      </dgm:t>
    </dgm:pt>
    <dgm:pt modelId="{43385262-C9EB-49F3-951C-9D0295F867A2}" type="parTrans" cxnId="{FB283AE6-A313-4D78-8C90-79A943E03DD4}">
      <dgm:prSet/>
      <dgm:spPr/>
      <dgm:t>
        <a:bodyPr/>
        <a:lstStyle/>
        <a:p>
          <a:endParaRPr lang="en-US"/>
        </a:p>
      </dgm:t>
    </dgm:pt>
    <dgm:pt modelId="{AA9BEE1A-9F5D-46F5-8F0B-F79821B3EFD5}" type="sibTrans" cxnId="{FB283AE6-A313-4D78-8C90-79A943E03DD4}">
      <dgm:prSet/>
      <dgm:spPr/>
      <dgm:t>
        <a:bodyPr/>
        <a:lstStyle/>
        <a:p>
          <a:endParaRPr lang="en-US"/>
        </a:p>
      </dgm:t>
    </dgm:pt>
    <dgm:pt modelId="{75E1EC22-3B59-4334-9AE7-CCFD6DBE10D2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236C0A08-6BED-4BEB-A16F-B474878A10EB}" type="parTrans" cxnId="{46E9E33D-7911-4575-B84A-530FEECE63D3}">
      <dgm:prSet/>
      <dgm:spPr/>
      <dgm:t>
        <a:bodyPr/>
        <a:lstStyle/>
        <a:p>
          <a:endParaRPr lang="en-US"/>
        </a:p>
      </dgm:t>
    </dgm:pt>
    <dgm:pt modelId="{C46DAB81-458E-457E-BFDE-D4581DD79E1E}" type="sibTrans" cxnId="{46E9E33D-7911-4575-B84A-530FEECE63D3}">
      <dgm:prSet/>
      <dgm:spPr/>
      <dgm:t>
        <a:bodyPr/>
        <a:lstStyle/>
        <a:p>
          <a:endParaRPr lang="en-US"/>
        </a:p>
      </dgm:t>
    </dgm:pt>
    <dgm:pt modelId="{98528B49-B967-48D4-85A0-EE37DB24E557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Business Insights</a:t>
          </a:r>
        </a:p>
      </dgm:t>
    </dgm:pt>
    <dgm:pt modelId="{A66DFEE2-B6DA-4B98-AD21-9DD20DC1D4E0}" type="parTrans" cxnId="{AE012A44-B430-4FD3-8B04-54C69EB96EA0}">
      <dgm:prSet/>
      <dgm:spPr/>
      <dgm:t>
        <a:bodyPr/>
        <a:lstStyle/>
        <a:p>
          <a:endParaRPr lang="en-US"/>
        </a:p>
      </dgm:t>
    </dgm:pt>
    <dgm:pt modelId="{6DC40B84-031E-46EB-8894-9924D37FFDDA}" type="sibTrans" cxnId="{AE012A44-B430-4FD3-8B04-54C69EB96EA0}">
      <dgm:prSet/>
      <dgm:spPr/>
      <dgm:t>
        <a:bodyPr/>
        <a:lstStyle/>
        <a:p>
          <a:endParaRPr lang="en-US"/>
        </a:p>
      </dgm:t>
    </dgm:pt>
    <dgm:pt modelId="{1E9A5F69-8837-4B70-B837-3857657EC52F}" type="pres">
      <dgm:prSet presAssocID="{F970579B-0532-4B97-87EF-50ED3A144113}" presName="Name0" presStyleCnt="0">
        <dgm:presLayoutVars>
          <dgm:dir/>
          <dgm:animLvl val="lvl"/>
          <dgm:resizeHandles val="exact"/>
        </dgm:presLayoutVars>
      </dgm:prSet>
      <dgm:spPr/>
    </dgm:pt>
    <dgm:pt modelId="{7FFEB4CA-45C6-471A-9B19-BDAC98EDA166}" type="pres">
      <dgm:prSet presAssocID="{A35C24A3-E938-463D-A043-64646184E1B5}" presName="linNode" presStyleCnt="0"/>
      <dgm:spPr/>
    </dgm:pt>
    <dgm:pt modelId="{9D5C3CDD-E2CC-4964-8315-3E69A33D4C53}" type="pres">
      <dgm:prSet presAssocID="{A35C24A3-E938-463D-A043-64646184E1B5}" presName="parentText" presStyleLbl="node1" presStyleIdx="0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9E890B43-4920-49A6-BA4A-EEE15B0BA345}" type="pres">
      <dgm:prSet presAssocID="{87B4C091-137D-4CC7-877F-D8A06C0A2081}" presName="sp" presStyleCnt="0"/>
      <dgm:spPr/>
    </dgm:pt>
    <dgm:pt modelId="{55F6D271-978B-4A3A-9CBC-E417CD18219C}" type="pres">
      <dgm:prSet presAssocID="{0A2F00F2-A2A8-4FCA-B1A8-9716C22D8D12}" presName="linNode" presStyleCnt="0"/>
      <dgm:spPr/>
    </dgm:pt>
    <dgm:pt modelId="{72E3CD8E-EFD4-48DB-99E6-698D71293DEA}" type="pres">
      <dgm:prSet presAssocID="{0A2F00F2-A2A8-4FCA-B1A8-9716C22D8D12}" presName="parentText" presStyleLbl="node1" presStyleIdx="1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87F189AB-4402-4282-950F-CE487353D13F}" type="pres">
      <dgm:prSet presAssocID="{D5702820-9EE5-40FD-8742-2D883E0ACBFA}" presName="sp" presStyleCnt="0"/>
      <dgm:spPr/>
    </dgm:pt>
    <dgm:pt modelId="{0518C03F-9F8F-4E38-AC33-AB3DA3C8FE62}" type="pres">
      <dgm:prSet presAssocID="{714F6895-379E-409E-A42C-8A44E3CD1FD1}" presName="linNode" presStyleCnt="0"/>
      <dgm:spPr/>
    </dgm:pt>
    <dgm:pt modelId="{0A6B53AA-D4F4-49EF-B943-58E5411A338A}" type="pres">
      <dgm:prSet presAssocID="{714F6895-379E-409E-A42C-8A44E3CD1FD1}" presName="parentText" presStyleLbl="node1" presStyleIdx="2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156E04A8-4E3B-4041-A133-8912616E4DA7}" type="pres">
      <dgm:prSet presAssocID="{474700E6-3820-44B0-9490-A0465C49F66D}" presName="sp" presStyleCnt="0"/>
      <dgm:spPr/>
    </dgm:pt>
    <dgm:pt modelId="{5DAEFAC0-F837-437E-8F39-12FBB647781A}" type="pres">
      <dgm:prSet presAssocID="{51999652-2E18-4328-BDB0-9983763B8CCE}" presName="linNode" presStyleCnt="0"/>
      <dgm:spPr/>
    </dgm:pt>
    <dgm:pt modelId="{B66C3851-43F0-4ECF-878F-5D5B6EA18194}" type="pres">
      <dgm:prSet presAssocID="{51999652-2E18-4328-BDB0-9983763B8CCE}" presName="parentText" presStyleLbl="node1" presStyleIdx="3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6679F336-EFEF-4B52-B85E-A8C8C68D395F}" type="pres">
      <dgm:prSet presAssocID="{405429A3-04EC-459A-AD6B-3394ABCF9FD8}" presName="sp" presStyleCnt="0"/>
      <dgm:spPr/>
    </dgm:pt>
    <dgm:pt modelId="{C3791D16-6653-4E21-AAF0-EF80DFDE2AF1}" type="pres">
      <dgm:prSet presAssocID="{8310F8A1-7F8B-49B0-9E0B-AB2C141F233F}" presName="linNode" presStyleCnt="0"/>
      <dgm:spPr/>
    </dgm:pt>
    <dgm:pt modelId="{8F8161C8-C596-4B56-8ADA-5E2C6BB76C50}" type="pres">
      <dgm:prSet presAssocID="{8310F8A1-7F8B-49B0-9E0B-AB2C141F233F}" presName="parentText" presStyleLbl="node1" presStyleIdx="4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F6DAA45D-4A7D-423E-873D-7C1B9B441B5A}" type="pres">
      <dgm:prSet presAssocID="{C8853572-13FB-4D2A-B573-A92724A3FDF6}" presName="sp" presStyleCnt="0"/>
      <dgm:spPr/>
    </dgm:pt>
    <dgm:pt modelId="{7EC1EAFA-9777-400E-ADF6-B0D9F659DD63}" type="pres">
      <dgm:prSet presAssocID="{FDABB9B0-2D8D-45A5-9A47-473F0C931AA1}" presName="linNode" presStyleCnt="0"/>
      <dgm:spPr/>
    </dgm:pt>
    <dgm:pt modelId="{632684B9-4365-4A9A-950B-1A3BA7FE2594}" type="pres">
      <dgm:prSet presAssocID="{FDABB9B0-2D8D-45A5-9A47-473F0C931AA1}" presName="parentText" presStyleLbl="node1" presStyleIdx="5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2D3703E1-0EEA-4F69-99A6-55DB330AD63F}" type="pres">
      <dgm:prSet presAssocID="{F9D13B3D-85BE-43B4-B6C2-93A2452CD473}" presName="sp" presStyleCnt="0"/>
      <dgm:spPr/>
    </dgm:pt>
    <dgm:pt modelId="{3F07C2CB-E9A1-4B12-B5C0-194B37B6823B}" type="pres">
      <dgm:prSet presAssocID="{636B55B6-84FA-4ACF-8DD8-F87B8276B355}" presName="linNode" presStyleCnt="0"/>
      <dgm:spPr/>
    </dgm:pt>
    <dgm:pt modelId="{A1641793-55B8-450A-B778-C7D70DF6ADD5}" type="pres">
      <dgm:prSet presAssocID="{636B55B6-84FA-4ACF-8DD8-F87B8276B355}" presName="parentText" presStyleLbl="node1" presStyleIdx="6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069BB1B3-B6B3-41A4-8F80-3F4DD091A7F1}" type="pres">
      <dgm:prSet presAssocID="{A1E38E84-68E5-48AF-A8EC-350171A7BCE1}" presName="sp" presStyleCnt="0"/>
      <dgm:spPr/>
    </dgm:pt>
    <dgm:pt modelId="{FC8416C2-33DB-46ED-90B7-D23E0CB3DB01}" type="pres">
      <dgm:prSet presAssocID="{7A3A58DB-946B-4089-9ADC-0E9221899488}" presName="linNode" presStyleCnt="0"/>
      <dgm:spPr/>
    </dgm:pt>
    <dgm:pt modelId="{0D7FFD77-2707-42AC-9AAB-4B7395537F07}" type="pres">
      <dgm:prSet presAssocID="{7A3A58DB-946B-4089-9ADC-0E9221899488}" presName="parentText" presStyleLbl="node1" presStyleIdx="7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3002015A-7861-4939-AA60-AD1CE0914A9B}" type="pres">
      <dgm:prSet presAssocID="{F4876778-A2DE-426D-BD07-2895451EA5B0}" presName="sp" presStyleCnt="0"/>
      <dgm:spPr/>
    </dgm:pt>
    <dgm:pt modelId="{DCC11CD9-A332-4A51-9A51-5A7979FF2A63}" type="pres">
      <dgm:prSet presAssocID="{D6C3ADDC-A9A0-4B08-93DD-8A727CA864C7}" presName="linNode" presStyleCnt="0"/>
      <dgm:spPr/>
    </dgm:pt>
    <dgm:pt modelId="{253CC056-695B-405F-B75A-51FAEB8140E4}" type="pres">
      <dgm:prSet presAssocID="{D6C3ADDC-A9A0-4B08-93DD-8A727CA864C7}" presName="parentText" presStyleLbl="node1" presStyleIdx="8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90D061EE-924A-4738-B3E3-DA8A127E9CBC}" type="pres">
      <dgm:prSet presAssocID="{AD1343AB-9379-4EC7-939F-12EB93EF2272}" presName="sp" presStyleCnt="0"/>
      <dgm:spPr/>
    </dgm:pt>
    <dgm:pt modelId="{8E3B9171-941B-4C57-BAFF-AA3BB06105A9}" type="pres">
      <dgm:prSet presAssocID="{F7A0D153-4E35-4630-88A0-07B0707CC2BD}" presName="linNode" presStyleCnt="0"/>
      <dgm:spPr/>
    </dgm:pt>
    <dgm:pt modelId="{02A05386-1332-4BFB-923E-85716E14626F}" type="pres">
      <dgm:prSet presAssocID="{F7A0D153-4E35-4630-88A0-07B0707CC2BD}" presName="parentText" presStyleLbl="node1" presStyleIdx="9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09F5E608-81DF-4884-B5F9-28BD922FE79A}" type="pres">
      <dgm:prSet presAssocID="{008F1450-6240-45A7-97A4-C9407F004FD9}" presName="sp" presStyleCnt="0"/>
      <dgm:spPr/>
    </dgm:pt>
    <dgm:pt modelId="{1C19529B-CCD9-49ED-AAD1-08A3577FFCC2}" type="pres">
      <dgm:prSet presAssocID="{DD8ED620-07F9-4CBF-B815-B70E341B8240}" presName="linNode" presStyleCnt="0"/>
      <dgm:spPr/>
    </dgm:pt>
    <dgm:pt modelId="{51E31FC4-4B48-4770-85A2-063EB1374B14}" type="pres">
      <dgm:prSet presAssocID="{DD8ED620-07F9-4CBF-B815-B70E341B8240}" presName="parentText" presStyleLbl="node1" presStyleIdx="10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59CA8684-9ABF-4CFD-B513-D441854C2592}" type="pres">
      <dgm:prSet presAssocID="{AA9BEE1A-9F5D-46F5-8F0B-F79821B3EFD5}" presName="sp" presStyleCnt="0"/>
      <dgm:spPr/>
    </dgm:pt>
    <dgm:pt modelId="{BBD03B58-27A0-4492-A876-483B15808439}" type="pres">
      <dgm:prSet presAssocID="{75E1EC22-3B59-4334-9AE7-CCFD6DBE10D2}" presName="linNode" presStyleCnt="0"/>
      <dgm:spPr/>
    </dgm:pt>
    <dgm:pt modelId="{61D3A912-9BED-4D27-83B8-7B2E243E74BA}" type="pres">
      <dgm:prSet presAssocID="{75E1EC22-3B59-4334-9AE7-CCFD6DBE10D2}" presName="parentText" presStyleLbl="node1" presStyleIdx="11" presStyleCnt="13" custLinFactNeighborX="1935" custLinFactNeighborY="-8795">
        <dgm:presLayoutVars>
          <dgm:chMax val="1"/>
          <dgm:bulletEnabled val="1"/>
        </dgm:presLayoutVars>
      </dgm:prSet>
      <dgm:spPr/>
    </dgm:pt>
    <dgm:pt modelId="{4F0A9B0F-7B54-4135-9576-44127AAF6832}" type="pres">
      <dgm:prSet presAssocID="{C46DAB81-458E-457E-BFDE-D4581DD79E1E}" presName="sp" presStyleCnt="0"/>
      <dgm:spPr/>
    </dgm:pt>
    <dgm:pt modelId="{B04C289A-4ABD-4A69-A1FA-FC9D0DE92FBC}" type="pres">
      <dgm:prSet presAssocID="{98528B49-B967-48D4-85A0-EE37DB24E557}" presName="linNode" presStyleCnt="0"/>
      <dgm:spPr/>
    </dgm:pt>
    <dgm:pt modelId="{68B8E9A8-B123-4E34-B309-7E5429846D5B}" type="pres">
      <dgm:prSet presAssocID="{98528B49-B967-48D4-85A0-EE37DB24E557}" presName="parentText" presStyleLbl="node1" presStyleIdx="12" presStyleCnt="13" custLinFactNeighborX="1935" custLinFactNeighborY="-8795">
        <dgm:presLayoutVars>
          <dgm:chMax val="1"/>
          <dgm:bulletEnabled val="1"/>
        </dgm:presLayoutVars>
      </dgm:prSet>
      <dgm:spPr/>
    </dgm:pt>
  </dgm:ptLst>
  <dgm:cxnLst>
    <dgm:cxn modelId="{A6F84E04-89BC-410A-B2EB-C487AE4C07B6}" type="presOf" srcId="{8310F8A1-7F8B-49B0-9E0B-AB2C141F233F}" destId="{8F8161C8-C596-4B56-8ADA-5E2C6BB76C50}" srcOrd="0" destOrd="0" presId="urn:microsoft.com/office/officeart/2005/8/layout/vList5"/>
    <dgm:cxn modelId="{5C5BD512-8892-443D-990C-C5FD5501E72C}" srcId="{F970579B-0532-4B97-87EF-50ED3A144113}" destId="{7A3A58DB-946B-4089-9ADC-0E9221899488}" srcOrd="7" destOrd="0" parTransId="{98492E25-8FCC-48DB-BA61-4EA564DA2C43}" sibTransId="{F4876778-A2DE-426D-BD07-2895451EA5B0}"/>
    <dgm:cxn modelId="{9510D314-4754-4CF7-ABC5-A3B5CA618FC4}" type="presOf" srcId="{98528B49-B967-48D4-85A0-EE37DB24E557}" destId="{68B8E9A8-B123-4E34-B309-7E5429846D5B}" srcOrd="0" destOrd="0" presId="urn:microsoft.com/office/officeart/2005/8/layout/vList5"/>
    <dgm:cxn modelId="{C6B69718-F874-4A3E-8166-D05B44B05D22}" type="presOf" srcId="{DD8ED620-07F9-4CBF-B815-B70E341B8240}" destId="{51E31FC4-4B48-4770-85A2-063EB1374B14}" srcOrd="0" destOrd="0" presId="urn:microsoft.com/office/officeart/2005/8/layout/vList5"/>
    <dgm:cxn modelId="{58A3C82A-B97D-40ED-8E67-D28BA58A763D}" type="presOf" srcId="{F7A0D153-4E35-4630-88A0-07B0707CC2BD}" destId="{02A05386-1332-4BFB-923E-85716E14626F}" srcOrd="0" destOrd="0" presId="urn:microsoft.com/office/officeart/2005/8/layout/vList5"/>
    <dgm:cxn modelId="{46E9E33D-7911-4575-B84A-530FEECE63D3}" srcId="{F970579B-0532-4B97-87EF-50ED3A144113}" destId="{75E1EC22-3B59-4334-9AE7-CCFD6DBE10D2}" srcOrd="11" destOrd="0" parTransId="{236C0A08-6BED-4BEB-A16F-B474878A10EB}" sibTransId="{C46DAB81-458E-457E-BFDE-D4581DD79E1E}"/>
    <dgm:cxn modelId="{8A3F7063-8E3C-4AF9-97DC-DC4F42ACD7B8}" srcId="{F970579B-0532-4B97-87EF-50ED3A144113}" destId="{A35C24A3-E938-463D-A043-64646184E1B5}" srcOrd="0" destOrd="0" parTransId="{BDBF65BA-8085-4345-BFC4-212B67316923}" sibTransId="{87B4C091-137D-4CC7-877F-D8A06C0A2081}"/>
    <dgm:cxn modelId="{AE012A44-B430-4FD3-8B04-54C69EB96EA0}" srcId="{F970579B-0532-4B97-87EF-50ED3A144113}" destId="{98528B49-B967-48D4-85A0-EE37DB24E557}" srcOrd="12" destOrd="0" parTransId="{A66DFEE2-B6DA-4B98-AD21-9DD20DC1D4E0}" sibTransId="{6DC40B84-031E-46EB-8894-9924D37FFDDA}"/>
    <dgm:cxn modelId="{4AB93153-7213-4D4F-9C7F-79CFBAC644B5}" srcId="{F970579B-0532-4B97-87EF-50ED3A144113}" destId="{F7A0D153-4E35-4630-88A0-07B0707CC2BD}" srcOrd="9" destOrd="0" parTransId="{5BDD29C8-6836-4FDC-8DC4-F55FA9909D62}" sibTransId="{008F1450-6240-45A7-97A4-C9407F004FD9}"/>
    <dgm:cxn modelId="{D7C13A58-DABE-4B3C-8DB3-BBB29F480516}" srcId="{F970579B-0532-4B97-87EF-50ED3A144113}" destId="{51999652-2E18-4328-BDB0-9983763B8CCE}" srcOrd="3" destOrd="0" parTransId="{A7362A9B-24AC-4E08-895F-7518928BAAB3}" sibTransId="{405429A3-04EC-459A-AD6B-3394ABCF9FD8}"/>
    <dgm:cxn modelId="{A9CCC586-2CF7-42ED-99B8-41420E136026}" srcId="{F970579B-0532-4B97-87EF-50ED3A144113}" destId="{D6C3ADDC-A9A0-4B08-93DD-8A727CA864C7}" srcOrd="8" destOrd="0" parTransId="{28217082-67D0-4861-92AC-51E94F344753}" sibTransId="{AD1343AB-9379-4EC7-939F-12EB93EF2272}"/>
    <dgm:cxn modelId="{9644F886-0839-4EEE-99BA-2666ACC5FF43}" srcId="{F970579B-0532-4B97-87EF-50ED3A144113}" destId="{714F6895-379E-409E-A42C-8A44E3CD1FD1}" srcOrd="2" destOrd="0" parTransId="{2FEF1BBE-BB69-4031-8388-5E3AA518F169}" sibTransId="{474700E6-3820-44B0-9490-A0465C49F66D}"/>
    <dgm:cxn modelId="{BC44A68C-5AC2-4547-A642-D1CA42B1A4AD}" type="presOf" srcId="{FDABB9B0-2D8D-45A5-9A47-473F0C931AA1}" destId="{632684B9-4365-4A9A-950B-1A3BA7FE2594}" srcOrd="0" destOrd="0" presId="urn:microsoft.com/office/officeart/2005/8/layout/vList5"/>
    <dgm:cxn modelId="{935335A3-CED7-4CC4-A38A-28130AE71A8A}" srcId="{F970579B-0532-4B97-87EF-50ED3A144113}" destId="{8310F8A1-7F8B-49B0-9E0B-AB2C141F233F}" srcOrd="4" destOrd="0" parTransId="{94E9DF9C-AA5D-49F5-9F6B-0E1CCA7938B9}" sibTransId="{C8853572-13FB-4D2A-B573-A92724A3FDF6}"/>
    <dgm:cxn modelId="{AF3303A9-0907-414A-8A65-169823DF64CB}" srcId="{F970579B-0532-4B97-87EF-50ED3A144113}" destId="{FDABB9B0-2D8D-45A5-9A47-473F0C931AA1}" srcOrd="5" destOrd="0" parTransId="{9B30AA21-7549-4725-B89A-4F890CF6C43F}" sibTransId="{F9D13B3D-85BE-43B4-B6C2-93A2452CD473}"/>
    <dgm:cxn modelId="{1CB200AE-7C55-41A0-A188-6AA1D622F29A}" type="presOf" srcId="{D6C3ADDC-A9A0-4B08-93DD-8A727CA864C7}" destId="{253CC056-695B-405F-B75A-51FAEB8140E4}" srcOrd="0" destOrd="0" presId="urn:microsoft.com/office/officeart/2005/8/layout/vList5"/>
    <dgm:cxn modelId="{3C56D9AF-BD6F-4410-AF9E-D2B622FC6E1C}" srcId="{F970579B-0532-4B97-87EF-50ED3A144113}" destId="{0A2F00F2-A2A8-4FCA-B1A8-9716C22D8D12}" srcOrd="1" destOrd="0" parTransId="{E0B4F885-C19E-4B47-8AB5-C6FDCC69C23D}" sibTransId="{D5702820-9EE5-40FD-8742-2D883E0ACBFA}"/>
    <dgm:cxn modelId="{54EE99B4-3509-4C42-A62C-A5A2B0FAE270}" type="presOf" srcId="{A35C24A3-E938-463D-A043-64646184E1B5}" destId="{9D5C3CDD-E2CC-4964-8315-3E69A33D4C53}" srcOrd="0" destOrd="0" presId="urn:microsoft.com/office/officeart/2005/8/layout/vList5"/>
    <dgm:cxn modelId="{4555CAC3-D015-400B-8F1E-3E2BA635198D}" type="presOf" srcId="{636B55B6-84FA-4ACF-8DD8-F87B8276B355}" destId="{A1641793-55B8-450A-B778-C7D70DF6ADD5}" srcOrd="0" destOrd="0" presId="urn:microsoft.com/office/officeart/2005/8/layout/vList5"/>
    <dgm:cxn modelId="{463651C9-EE19-44D1-9AC2-0C7E53D16FB8}" type="presOf" srcId="{F970579B-0532-4B97-87EF-50ED3A144113}" destId="{1E9A5F69-8837-4B70-B837-3857657EC52F}" srcOrd="0" destOrd="0" presId="urn:microsoft.com/office/officeart/2005/8/layout/vList5"/>
    <dgm:cxn modelId="{A5EEBAD0-643C-4388-ABC8-74F1274D2A77}" type="presOf" srcId="{51999652-2E18-4328-BDB0-9983763B8CCE}" destId="{B66C3851-43F0-4ECF-878F-5D5B6EA18194}" srcOrd="0" destOrd="0" presId="urn:microsoft.com/office/officeart/2005/8/layout/vList5"/>
    <dgm:cxn modelId="{ADE025D6-9FA7-49E2-8739-ADB154FD1B3F}" type="presOf" srcId="{75E1EC22-3B59-4334-9AE7-CCFD6DBE10D2}" destId="{61D3A912-9BED-4D27-83B8-7B2E243E74BA}" srcOrd="0" destOrd="0" presId="urn:microsoft.com/office/officeart/2005/8/layout/vList5"/>
    <dgm:cxn modelId="{0C604FDB-8BCA-46FA-840F-C74C546FA98E}" type="presOf" srcId="{714F6895-379E-409E-A42C-8A44E3CD1FD1}" destId="{0A6B53AA-D4F4-49EF-B943-58E5411A338A}" srcOrd="0" destOrd="0" presId="urn:microsoft.com/office/officeart/2005/8/layout/vList5"/>
    <dgm:cxn modelId="{FB283AE6-A313-4D78-8C90-79A943E03DD4}" srcId="{F970579B-0532-4B97-87EF-50ED3A144113}" destId="{DD8ED620-07F9-4CBF-B815-B70E341B8240}" srcOrd="10" destOrd="0" parTransId="{43385262-C9EB-49F3-951C-9D0295F867A2}" sibTransId="{AA9BEE1A-9F5D-46F5-8F0B-F79821B3EFD5}"/>
    <dgm:cxn modelId="{D8CC19ED-C6BB-401E-A255-CFADEECD8C2C}" type="presOf" srcId="{7A3A58DB-946B-4089-9ADC-0E9221899488}" destId="{0D7FFD77-2707-42AC-9AAB-4B7395537F07}" srcOrd="0" destOrd="0" presId="urn:microsoft.com/office/officeart/2005/8/layout/vList5"/>
    <dgm:cxn modelId="{A20AC0F2-55F7-4FED-A11F-1FC5A1C151B5}" srcId="{F970579B-0532-4B97-87EF-50ED3A144113}" destId="{636B55B6-84FA-4ACF-8DD8-F87B8276B355}" srcOrd="6" destOrd="0" parTransId="{3DE76D0E-EDD4-4B32-B857-2E50F074F008}" sibTransId="{A1E38E84-68E5-48AF-A8EC-350171A7BCE1}"/>
    <dgm:cxn modelId="{FA5434F3-3054-4B8F-85ED-FCBAC6258961}" type="presOf" srcId="{0A2F00F2-A2A8-4FCA-B1A8-9716C22D8D12}" destId="{72E3CD8E-EFD4-48DB-99E6-698D71293DEA}" srcOrd="0" destOrd="0" presId="urn:microsoft.com/office/officeart/2005/8/layout/vList5"/>
    <dgm:cxn modelId="{86E5ABDE-ACD5-4446-88CB-DF7612588CFB}" type="presParOf" srcId="{1E9A5F69-8837-4B70-B837-3857657EC52F}" destId="{7FFEB4CA-45C6-471A-9B19-BDAC98EDA166}" srcOrd="0" destOrd="0" presId="urn:microsoft.com/office/officeart/2005/8/layout/vList5"/>
    <dgm:cxn modelId="{E725D137-81C4-454E-9AED-2C419D44391B}" type="presParOf" srcId="{7FFEB4CA-45C6-471A-9B19-BDAC98EDA166}" destId="{9D5C3CDD-E2CC-4964-8315-3E69A33D4C53}" srcOrd="0" destOrd="0" presId="urn:microsoft.com/office/officeart/2005/8/layout/vList5"/>
    <dgm:cxn modelId="{BDF686B8-485E-43AD-A8B9-CBD2B7B730DE}" type="presParOf" srcId="{1E9A5F69-8837-4B70-B837-3857657EC52F}" destId="{9E890B43-4920-49A6-BA4A-EEE15B0BA345}" srcOrd="1" destOrd="0" presId="urn:microsoft.com/office/officeart/2005/8/layout/vList5"/>
    <dgm:cxn modelId="{21F768B4-E9D3-4D4B-A921-C54A66C601B3}" type="presParOf" srcId="{1E9A5F69-8837-4B70-B837-3857657EC52F}" destId="{55F6D271-978B-4A3A-9CBC-E417CD18219C}" srcOrd="2" destOrd="0" presId="urn:microsoft.com/office/officeart/2005/8/layout/vList5"/>
    <dgm:cxn modelId="{33AC3390-46DD-4A68-B930-15CB5985CF98}" type="presParOf" srcId="{55F6D271-978B-4A3A-9CBC-E417CD18219C}" destId="{72E3CD8E-EFD4-48DB-99E6-698D71293DEA}" srcOrd="0" destOrd="0" presId="urn:microsoft.com/office/officeart/2005/8/layout/vList5"/>
    <dgm:cxn modelId="{94FF1F7D-8909-4DA4-998C-00BB87489B95}" type="presParOf" srcId="{1E9A5F69-8837-4B70-B837-3857657EC52F}" destId="{87F189AB-4402-4282-950F-CE487353D13F}" srcOrd="3" destOrd="0" presId="urn:microsoft.com/office/officeart/2005/8/layout/vList5"/>
    <dgm:cxn modelId="{6D41D2C7-3807-4E2A-99AE-72E4434052DF}" type="presParOf" srcId="{1E9A5F69-8837-4B70-B837-3857657EC52F}" destId="{0518C03F-9F8F-4E38-AC33-AB3DA3C8FE62}" srcOrd="4" destOrd="0" presId="urn:microsoft.com/office/officeart/2005/8/layout/vList5"/>
    <dgm:cxn modelId="{59A15A9A-27D5-4289-AFEC-0FB7AFEC01D5}" type="presParOf" srcId="{0518C03F-9F8F-4E38-AC33-AB3DA3C8FE62}" destId="{0A6B53AA-D4F4-49EF-B943-58E5411A338A}" srcOrd="0" destOrd="0" presId="urn:microsoft.com/office/officeart/2005/8/layout/vList5"/>
    <dgm:cxn modelId="{85E9F1B0-67DD-4477-86DF-CCE99C70043C}" type="presParOf" srcId="{1E9A5F69-8837-4B70-B837-3857657EC52F}" destId="{156E04A8-4E3B-4041-A133-8912616E4DA7}" srcOrd="5" destOrd="0" presId="urn:microsoft.com/office/officeart/2005/8/layout/vList5"/>
    <dgm:cxn modelId="{54BCBCD9-0B42-4644-B70A-3EAF4DA7444D}" type="presParOf" srcId="{1E9A5F69-8837-4B70-B837-3857657EC52F}" destId="{5DAEFAC0-F837-437E-8F39-12FBB647781A}" srcOrd="6" destOrd="0" presId="urn:microsoft.com/office/officeart/2005/8/layout/vList5"/>
    <dgm:cxn modelId="{FEC89A05-A959-42BE-A4E7-BD94F867156C}" type="presParOf" srcId="{5DAEFAC0-F837-437E-8F39-12FBB647781A}" destId="{B66C3851-43F0-4ECF-878F-5D5B6EA18194}" srcOrd="0" destOrd="0" presId="urn:microsoft.com/office/officeart/2005/8/layout/vList5"/>
    <dgm:cxn modelId="{65CAB83F-02F9-4778-8701-17CF4A43CCAF}" type="presParOf" srcId="{1E9A5F69-8837-4B70-B837-3857657EC52F}" destId="{6679F336-EFEF-4B52-B85E-A8C8C68D395F}" srcOrd="7" destOrd="0" presId="urn:microsoft.com/office/officeart/2005/8/layout/vList5"/>
    <dgm:cxn modelId="{12F62FC0-9854-46AB-ADD9-A54F9397A19D}" type="presParOf" srcId="{1E9A5F69-8837-4B70-B837-3857657EC52F}" destId="{C3791D16-6653-4E21-AAF0-EF80DFDE2AF1}" srcOrd="8" destOrd="0" presId="urn:microsoft.com/office/officeart/2005/8/layout/vList5"/>
    <dgm:cxn modelId="{9B052162-7399-494A-9C2E-2BF5A1C79AA6}" type="presParOf" srcId="{C3791D16-6653-4E21-AAF0-EF80DFDE2AF1}" destId="{8F8161C8-C596-4B56-8ADA-5E2C6BB76C50}" srcOrd="0" destOrd="0" presId="urn:microsoft.com/office/officeart/2005/8/layout/vList5"/>
    <dgm:cxn modelId="{E75A7494-3C3C-4255-9CB8-3E50A8340AEB}" type="presParOf" srcId="{1E9A5F69-8837-4B70-B837-3857657EC52F}" destId="{F6DAA45D-4A7D-423E-873D-7C1B9B441B5A}" srcOrd="9" destOrd="0" presId="urn:microsoft.com/office/officeart/2005/8/layout/vList5"/>
    <dgm:cxn modelId="{D46DF467-38EE-4962-98C9-4E7532627369}" type="presParOf" srcId="{1E9A5F69-8837-4B70-B837-3857657EC52F}" destId="{7EC1EAFA-9777-400E-ADF6-B0D9F659DD63}" srcOrd="10" destOrd="0" presId="urn:microsoft.com/office/officeart/2005/8/layout/vList5"/>
    <dgm:cxn modelId="{E00E83C8-9F71-4E2A-A37C-E0D86F45DF85}" type="presParOf" srcId="{7EC1EAFA-9777-400E-ADF6-B0D9F659DD63}" destId="{632684B9-4365-4A9A-950B-1A3BA7FE2594}" srcOrd="0" destOrd="0" presId="urn:microsoft.com/office/officeart/2005/8/layout/vList5"/>
    <dgm:cxn modelId="{798BAC62-5BF9-4751-B417-42C149C2CAA6}" type="presParOf" srcId="{1E9A5F69-8837-4B70-B837-3857657EC52F}" destId="{2D3703E1-0EEA-4F69-99A6-55DB330AD63F}" srcOrd="11" destOrd="0" presId="urn:microsoft.com/office/officeart/2005/8/layout/vList5"/>
    <dgm:cxn modelId="{D1F9F3AE-CA7D-4886-9253-C19198A3CA13}" type="presParOf" srcId="{1E9A5F69-8837-4B70-B837-3857657EC52F}" destId="{3F07C2CB-E9A1-4B12-B5C0-194B37B6823B}" srcOrd="12" destOrd="0" presId="urn:microsoft.com/office/officeart/2005/8/layout/vList5"/>
    <dgm:cxn modelId="{477FDBF5-A633-4260-AC46-4B93DAFA6484}" type="presParOf" srcId="{3F07C2CB-E9A1-4B12-B5C0-194B37B6823B}" destId="{A1641793-55B8-450A-B778-C7D70DF6ADD5}" srcOrd="0" destOrd="0" presId="urn:microsoft.com/office/officeart/2005/8/layout/vList5"/>
    <dgm:cxn modelId="{DCC94265-9476-463A-B0A3-EC9863FF59A3}" type="presParOf" srcId="{1E9A5F69-8837-4B70-B837-3857657EC52F}" destId="{069BB1B3-B6B3-41A4-8F80-3F4DD091A7F1}" srcOrd="13" destOrd="0" presId="urn:microsoft.com/office/officeart/2005/8/layout/vList5"/>
    <dgm:cxn modelId="{7719B710-2C37-4784-9A87-DAB38B49F45F}" type="presParOf" srcId="{1E9A5F69-8837-4B70-B837-3857657EC52F}" destId="{FC8416C2-33DB-46ED-90B7-D23E0CB3DB01}" srcOrd="14" destOrd="0" presId="urn:microsoft.com/office/officeart/2005/8/layout/vList5"/>
    <dgm:cxn modelId="{9EC8EF5A-1650-481A-A635-7DC4D83C3B0D}" type="presParOf" srcId="{FC8416C2-33DB-46ED-90B7-D23E0CB3DB01}" destId="{0D7FFD77-2707-42AC-9AAB-4B7395537F07}" srcOrd="0" destOrd="0" presId="urn:microsoft.com/office/officeart/2005/8/layout/vList5"/>
    <dgm:cxn modelId="{C311D98C-03BD-416B-BA6F-0D0C43C781BF}" type="presParOf" srcId="{1E9A5F69-8837-4B70-B837-3857657EC52F}" destId="{3002015A-7861-4939-AA60-AD1CE0914A9B}" srcOrd="15" destOrd="0" presId="urn:microsoft.com/office/officeart/2005/8/layout/vList5"/>
    <dgm:cxn modelId="{E80951E7-353F-4891-8522-CDE79294F406}" type="presParOf" srcId="{1E9A5F69-8837-4B70-B837-3857657EC52F}" destId="{DCC11CD9-A332-4A51-9A51-5A7979FF2A63}" srcOrd="16" destOrd="0" presId="urn:microsoft.com/office/officeart/2005/8/layout/vList5"/>
    <dgm:cxn modelId="{BFAFC211-F7A2-42ED-BDFD-EBE0E9BC7601}" type="presParOf" srcId="{DCC11CD9-A332-4A51-9A51-5A7979FF2A63}" destId="{253CC056-695B-405F-B75A-51FAEB8140E4}" srcOrd="0" destOrd="0" presId="urn:microsoft.com/office/officeart/2005/8/layout/vList5"/>
    <dgm:cxn modelId="{51255769-EE24-4D6E-84CF-26CFE71796DE}" type="presParOf" srcId="{1E9A5F69-8837-4B70-B837-3857657EC52F}" destId="{90D061EE-924A-4738-B3E3-DA8A127E9CBC}" srcOrd="17" destOrd="0" presId="urn:microsoft.com/office/officeart/2005/8/layout/vList5"/>
    <dgm:cxn modelId="{B01BEA41-5DC7-440F-8930-AF9F283B8D4B}" type="presParOf" srcId="{1E9A5F69-8837-4B70-B837-3857657EC52F}" destId="{8E3B9171-941B-4C57-BAFF-AA3BB06105A9}" srcOrd="18" destOrd="0" presId="urn:microsoft.com/office/officeart/2005/8/layout/vList5"/>
    <dgm:cxn modelId="{798FDEF4-7143-4E5C-A612-EB944ABD3AA9}" type="presParOf" srcId="{8E3B9171-941B-4C57-BAFF-AA3BB06105A9}" destId="{02A05386-1332-4BFB-923E-85716E14626F}" srcOrd="0" destOrd="0" presId="urn:microsoft.com/office/officeart/2005/8/layout/vList5"/>
    <dgm:cxn modelId="{5B6168BF-7B5F-430B-BB10-EF17BB63B8CF}" type="presParOf" srcId="{1E9A5F69-8837-4B70-B837-3857657EC52F}" destId="{09F5E608-81DF-4884-B5F9-28BD922FE79A}" srcOrd="19" destOrd="0" presId="urn:microsoft.com/office/officeart/2005/8/layout/vList5"/>
    <dgm:cxn modelId="{F9B5DB43-C66B-49FD-9E72-460338AFE1B8}" type="presParOf" srcId="{1E9A5F69-8837-4B70-B837-3857657EC52F}" destId="{1C19529B-CCD9-49ED-AAD1-08A3577FFCC2}" srcOrd="20" destOrd="0" presId="urn:microsoft.com/office/officeart/2005/8/layout/vList5"/>
    <dgm:cxn modelId="{2CEE9BD2-779A-40DD-9F18-EA2A53FE95B5}" type="presParOf" srcId="{1C19529B-CCD9-49ED-AAD1-08A3577FFCC2}" destId="{51E31FC4-4B48-4770-85A2-063EB1374B14}" srcOrd="0" destOrd="0" presId="urn:microsoft.com/office/officeart/2005/8/layout/vList5"/>
    <dgm:cxn modelId="{7555AD24-9A8D-4163-95FA-9576984CF68B}" type="presParOf" srcId="{1E9A5F69-8837-4B70-B837-3857657EC52F}" destId="{59CA8684-9ABF-4CFD-B513-D441854C2592}" srcOrd="21" destOrd="0" presId="urn:microsoft.com/office/officeart/2005/8/layout/vList5"/>
    <dgm:cxn modelId="{98E8BB56-C0EA-41DE-A75F-5A05CC9173FA}" type="presParOf" srcId="{1E9A5F69-8837-4B70-B837-3857657EC52F}" destId="{BBD03B58-27A0-4492-A876-483B15808439}" srcOrd="22" destOrd="0" presId="urn:microsoft.com/office/officeart/2005/8/layout/vList5"/>
    <dgm:cxn modelId="{B97675AF-41DF-4180-9469-A92AB5F2E091}" type="presParOf" srcId="{BBD03B58-27A0-4492-A876-483B15808439}" destId="{61D3A912-9BED-4D27-83B8-7B2E243E74BA}" srcOrd="0" destOrd="0" presId="urn:microsoft.com/office/officeart/2005/8/layout/vList5"/>
    <dgm:cxn modelId="{6864C3A9-A85F-47E7-A41B-6568EA133ADB}" type="presParOf" srcId="{1E9A5F69-8837-4B70-B837-3857657EC52F}" destId="{4F0A9B0F-7B54-4135-9576-44127AAF6832}" srcOrd="23" destOrd="0" presId="urn:microsoft.com/office/officeart/2005/8/layout/vList5"/>
    <dgm:cxn modelId="{988A0A2E-CDB3-479E-8B4A-B6E8D09288A1}" type="presParOf" srcId="{1E9A5F69-8837-4B70-B837-3857657EC52F}" destId="{B04C289A-4ABD-4A69-A1FA-FC9D0DE92FBC}" srcOrd="24" destOrd="0" presId="urn:microsoft.com/office/officeart/2005/8/layout/vList5"/>
    <dgm:cxn modelId="{8E5B1CE3-A994-4640-AB11-FA98026561D1}" type="presParOf" srcId="{B04C289A-4ABD-4A69-A1FA-FC9D0DE92FBC}" destId="{68B8E9A8-B123-4E34-B309-7E5429846D5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D72123-E714-47C8-B7AE-95A09966358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293204D-255A-4FE8-9F83-FF3B895BB663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State-wise investment analysis</a:t>
          </a:r>
        </a:p>
      </dgm:t>
    </dgm:pt>
    <dgm:pt modelId="{C36BAB2B-9BAA-4EC4-9171-8D78D3EAB005}" type="parTrans" cxnId="{27BA42C5-33A5-410F-8268-DF7A52B57513}">
      <dgm:prSet/>
      <dgm:spPr/>
      <dgm:t>
        <a:bodyPr/>
        <a:lstStyle/>
        <a:p>
          <a:endParaRPr lang="en-US"/>
        </a:p>
      </dgm:t>
    </dgm:pt>
    <dgm:pt modelId="{54D1178C-9C6F-42BF-9ED7-4263C0874837}" type="sibTrans" cxnId="{27BA42C5-33A5-410F-8268-DF7A52B57513}">
      <dgm:prSet/>
      <dgm:spPr/>
      <dgm:t>
        <a:bodyPr/>
        <a:lstStyle/>
        <a:p>
          <a:endParaRPr lang="en-US"/>
        </a:p>
      </dgm:t>
    </dgm:pt>
    <dgm:pt modelId="{345F2069-EE7B-4693-81BE-849D452ECE5B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Investor demographic analysis</a:t>
          </a:r>
        </a:p>
      </dgm:t>
    </dgm:pt>
    <dgm:pt modelId="{2C966FCE-7EDE-4F8A-8568-87F414FB69B1}" type="parTrans" cxnId="{3E7EC932-A59C-4233-B2BE-318ED7648E6C}">
      <dgm:prSet/>
      <dgm:spPr/>
      <dgm:t>
        <a:bodyPr/>
        <a:lstStyle/>
        <a:p>
          <a:endParaRPr lang="en-US"/>
        </a:p>
      </dgm:t>
    </dgm:pt>
    <dgm:pt modelId="{CA570200-C461-40F5-8A42-C9248E502453}" type="sibTrans" cxnId="{3E7EC932-A59C-4233-B2BE-318ED7648E6C}">
      <dgm:prSet/>
      <dgm:spPr/>
      <dgm:t>
        <a:bodyPr/>
        <a:lstStyle/>
        <a:p>
          <a:endParaRPr lang="en-US"/>
        </a:p>
      </dgm:t>
    </dgm:pt>
    <dgm:pt modelId="{75B2A5F1-F65D-463F-A497-36EAF5A5AB20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SIP trend analysis</a:t>
          </a:r>
        </a:p>
      </dgm:t>
    </dgm:pt>
    <dgm:pt modelId="{613788DC-7054-4B01-8300-8DE77D57CB59}" type="parTrans" cxnId="{69C63821-9F8F-4A55-B2FA-63FD14396BE0}">
      <dgm:prSet/>
      <dgm:spPr/>
      <dgm:t>
        <a:bodyPr/>
        <a:lstStyle/>
        <a:p>
          <a:endParaRPr lang="en-US"/>
        </a:p>
      </dgm:t>
    </dgm:pt>
    <dgm:pt modelId="{DF7BE963-380D-46FD-A597-EABF82C235B5}" type="sibTrans" cxnId="{69C63821-9F8F-4A55-B2FA-63FD14396BE0}">
      <dgm:prSet/>
      <dgm:spPr/>
      <dgm:t>
        <a:bodyPr/>
        <a:lstStyle/>
        <a:p>
          <a:endParaRPr lang="en-US"/>
        </a:p>
      </dgm:t>
    </dgm:pt>
    <dgm:pt modelId="{CAE8A9AB-4384-48E9-8A59-B791CBAA7815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Category inflow analysis</a:t>
          </a:r>
        </a:p>
      </dgm:t>
    </dgm:pt>
    <dgm:pt modelId="{BE5940CF-BF84-425F-82D7-C6CAC8801A02}" type="parTrans" cxnId="{8A1AA7E1-D896-4D1F-8776-2D19585B72E3}">
      <dgm:prSet/>
      <dgm:spPr/>
      <dgm:t>
        <a:bodyPr/>
        <a:lstStyle/>
        <a:p>
          <a:endParaRPr lang="en-US"/>
        </a:p>
      </dgm:t>
    </dgm:pt>
    <dgm:pt modelId="{97985747-3818-40DC-BB84-63CBBEF34A6B}" type="sibTrans" cxnId="{8A1AA7E1-D896-4D1F-8776-2D19585B72E3}">
      <dgm:prSet/>
      <dgm:spPr/>
      <dgm:t>
        <a:bodyPr/>
        <a:lstStyle/>
        <a:p>
          <a:endParaRPr lang="en-US"/>
        </a:p>
      </dgm:t>
    </dgm:pt>
    <dgm:pt modelId="{DC94F2F5-ECD1-412C-8B59-F5C4C5A40C80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Transaction behavior analysis</a:t>
          </a:r>
        </a:p>
      </dgm:t>
    </dgm:pt>
    <dgm:pt modelId="{E23F5987-0566-431B-B9B8-D6543355C674}" type="parTrans" cxnId="{0D1C1C94-D60B-43A7-9D0F-C2B31AB1B3BE}">
      <dgm:prSet/>
      <dgm:spPr/>
      <dgm:t>
        <a:bodyPr/>
        <a:lstStyle/>
        <a:p>
          <a:endParaRPr lang="en-US"/>
        </a:p>
      </dgm:t>
    </dgm:pt>
    <dgm:pt modelId="{B3B80649-0FB7-4BDA-89F9-A439F5481AB5}" type="sibTrans" cxnId="{0D1C1C94-D60B-43A7-9D0F-C2B31AB1B3BE}">
      <dgm:prSet/>
      <dgm:spPr/>
      <dgm:t>
        <a:bodyPr/>
        <a:lstStyle/>
        <a:p>
          <a:endParaRPr lang="en-US"/>
        </a:p>
      </dgm:t>
    </dgm:pt>
    <dgm:pt modelId="{58775D29-B6D5-44E1-9837-805A91FB8F5E}" type="pres">
      <dgm:prSet presAssocID="{9CD72123-E714-47C8-B7AE-95A099663587}" presName="linear" presStyleCnt="0">
        <dgm:presLayoutVars>
          <dgm:animLvl val="lvl"/>
          <dgm:resizeHandles val="exact"/>
        </dgm:presLayoutVars>
      </dgm:prSet>
      <dgm:spPr/>
    </dgm:pt>
    <dgm:pt modelId="{D0031A65-E3EA-4127-9DF5-F2FF6CD4CAE2}" type="pres">
      <dgm:prSet presAssocID="{0293204D-255A-4FE8-9F83-FF3B895BB66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A7757BC-D8A7-43E9-B170-A89777E7B20E}" type="pres">
      <dgm:prSet presAssocID="{54D1178C-9C6F-42BF-9ED7-4263C0874837}" presName="spacer" presStyleCnt="0"/>
      <dgm:spPr/>
    </dgm:pt>
    <dgm:pt modelId="{B3FFF29D-E3F3-4A15-85D9-08C6B47D3310}" type="pres">
      <dgm:prSet presAssocID="{345F2069-EE7B-4693-81BE-849D452ECE5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E065088-28D9-4335-8325-63E486841D30}" type="pres">
      <dgm:prSet presAssocID="{CA570200-C461-40F5-8A42-C9248E502453}" presName="spacer" presStyleCnt="0"/>
      <dgm:spPr/>
    </dgm:pt>
    <dgm:pt modelId="{5FA8639C-DEE0-4A81-BE8C-C6DB9D40FC14}" type="pres">
      <dgm:prSet presAssocID="{75B2A5F1-F65D-463F-A497-36EAF5A5AB2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13BD95D-C74B-4541-8987-8C0A7D8953E6}" type="pres">
      <dgm:prSet presAssocID="{DF7BE963-380D-46FD-A597-EABF82C235B5}" presName="spacer" presStyleCnt="0"/>
      <dgm:spPr/>
    </dgm:pt>
    <dgm:pt modelId="{77D5965C-9C51-4EA5-9D43-A419EB5CA51A}" type="pres">
      <dgm:prSet presAssocID="{CAE8A9AB-4384-48E9-8A59-B791CBAA781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0151B0B-72A0-4134-9E48-C3A0C31BDC42}" type="pres">
      <dgm:prSet presAssocID="{97985747-3818-40DC-BB84-63CBBEF34A6B}" presName="spacer" presStyleCnt="0"/>
      <dgm:spPr/>
    </dgm:pt>
    <dgm:pt modelId="{60303C0B-2D3C-49FB-B817-250F2B98191B}" type="pres">
      <dgm:prSet presAssocID="{DC94F2F5-ECD1-412C-8B59-F5C4C5A40C8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C362F16-4B9E-41E0-B1CE-CDE29EE2A5BC}" type="presOf" srcId="{9CD72123-E714-47C8-B7AE-95A099663587}" destId="{58775D29-B6D5-44E1-9837-805A91FB8F5E}" srcOrd="0" destOrd="0" presId="urn:microsoft.com/office/officeart/2005/8/layout/vList2"/>
    <dgm:cxn modelId="{69C63821-9F8F-4A55-B2FA-63FD14396BE0}" srcId="{9CD72123-E714-47C8-B7AE-95A099663587}" destId="{75B2A5F1-F65D-463F-A497-36EAF5A5AB20}" srcOrd="2" destOrd="0" parTransId="{613788DC-7054-4B01-8300-8DE77D57CB59}" sibTransId="{DF7BE963-380D-46FD-A597-EABF82C235B5}"/>
    <dgm:cxn modelId="{3E7EC932-A59C-4233-B2BE-318ED7648E6C}" srcId="{9CD72123-E714-47C8-B7AE-95A099663587}" destId="{345F2069-EE7B-4693-81BE-849D452ECE5B}" srcOrd="1" destOrd="0" parTransId="{2C966FCE-7EDE-4F8A-8568-87F414FB69B1}" sibTransId="{CA570200-C461-40F5-8A42-C9248E502453}"/>
    <dgm:cxn modelId="{0D1C1C94-D60B-43A7-9D0F-C2B31AB1B3BE}" srcId="{9CD72123-E714-47C8-B7AE-95A099663587}" destId="{DC94F2F5-ECD1-412C-8B59-F5C4C5A40C80}" srcOrd="4" destOrd="0" parTransId="{E23F5987-0566-431B-B9B8-D6543355C674}" sibTransId="{B3B80649-0FB7-4BDA-89F9-A439F5481AB5}"/>
    <dgm:cxn modelId="{436C75A2-DEB4-4129-8389-8EB603CB3195}" type="presOf" srcId="{DC94F2F5-ECD1-412C-8B59-F5C4C5A40C80}" destId="{60303C0B-2D3C-49FB-B817-250F2B98191B}" srcOrd="0" destOrd="0" presId="urn:microsoft.com/office/officeart/2005/8/layout/vList2"/>
    <dgm:cxn modelId="{1B137EB8-5951-4F1E-A4A4-26DD44401E66}" type="presOf" srcId="{345F2069-EE7B-4693-81BE-849D452ECE5B}" destId="{B3FFF29D-E3F3-4A15-85D9-08C6B47D3310}" srcOrd="0" destOrd="0" presId="urn:microsoft.com/office/officeart/2005/8/layout/vList2"/>
    <dgm:cxn modelId="{27BA42C5-33A5-410F-8268-DF7A52B57513}" srcId="{9CD72123-E714-47C8-B7AE-95A099663587}" destId="{0293204D-255A-4FE8-9F83-FF3B895BB663}" srcOrd="0" destOrd="0" parTransId="{C36BAB2B-9BAA-4EC4-9171-8D78D3EAB005}" sibTransId="{54D1178C-9C6F-42BF-9ED7-4263C0874837}"/>
    <dgm:cxn modelId="{2DB412DB-F6B6-49D4-856F-636E3E02994F}" type="presOf" srcId="{75B2A5F1-F65D-463F-A497-36EAF5A5AB20}" destId="{5FA8639C-DEE0-4A81-BE8C-C6DB9D40FC14}" srcOrd="0" destOrd="0" presId="urn:microsoft.com/office/officeart/2005/8/layout/vList2"/>
    <dgm:cxn modelId="{8A1AA7E1-D896-4D1F-8776-2D19585B72E3}" srcId="{9CD72123-E714-47C8-B7AE-95A099663587}" destId="{CAE8A9AB-4384-48E9-8A59-B791CBAA7815}" srcOrd="3" destOrd="0" parTransId="{BE5940CF-BF84-425F-82D7-C6CAC8801A02}" sibTransId="{97985747-3818-40DC-BB84-63CBBEF34A6B}"/>
    <dgm:cxn modelId="{640A92E7-160D-49C8-ADAE-7772D8A3BDBC}" type="presOf" srcId="{CAE8A9AB-4384-48E9-8A59-B791CBAA7815}" destId="{77D5965C-9C51-4EA5-9D43-A419EB5CA51A}" srcOrd="0" destOrd="0" presId="urn:microsoft.com/office/officeart/2005/8/layout/vList2"/>
    <dgm:cxn modelId="{DD5EBFEC-00B5-4EC7-9E7A-4DCA6914B6CA}" type="presOf" srcId="{0293204D-255A-4FE8-9F83-FF3B895BB663}" destId="{D0031A65-E3EA-4127-9DF5-F2FF6CD4CAE2}" srcOrd="0" destOrd="0" presId="urn:microsoft.com/office/officeart/2005/8/layout/vList2"/>
    <dgm:cxn modelId="{17A53ED4-D7CD-46C8-8859-7E8057421012}" type="presParOf" srcId="{58775D29-B6D5-44E1-9837-805A91FB8F5E}" destId="{D0031A65-E3EA-4127-9DF5-F2FF6CD4CAE2}" srcOrd="0" destOrd="0" presId="urn:microsoft.com/office/officeart/2005/8/layout/vList2"/>
    <dgm:cxn modelId="{BB849B8D-371C-46B6-9BED-0CD38E81115D}" type="presParOf" srcId="{58775D29-B6D5-44E1-9837-805A91FB8F5E}" destId="{2A7757BC-D8A7-43E9-B170-A89777E7B20E}" srcOrd="1" destOrd="0" presId="urn:microsoft.com/office/officeart/2005/8/layout/vList2"/>
    <dgm:cxn modelId="{8C047F4F-3B56-404B-9FA9-7C9EF1E0FA3A}" type="presParOf" srcId="{58775D29-B6D5-44E1-9837-805A91FB8F5E}" destId="{B3FFF29D-E3F3-4A15-85D9-08C6B47D3310}" srcOrd="2" destOrd="0" presId="urn:microsoft.com/office/officeart/2005/8/layout/vList2"/>
    <dgm:cxn modelId="{F62FB297-E13A-47B5-A0C5-1C6AED96A7D7}" type="presParOf" srcId="{58775D29-B6D5-44E1-9837-805A91FB8F5E}" destId="{0E065088-28D9-4335-8325-63E486841D30}" srcOrd="3" destOrd="0" presId="urn:microsoft.com/office/officeart/2005/8/layout/vList2"/>
    <dgm:cxn modelId="{8C90ACF5-693E-49E4-BCC1-68695B4665CB}" type="presParOf" srcId="{58775D29-B6D5-44E1-9837-805A91FB8F5E}" destId="{5FA8639C-DEE0-4A81-BE8C-C6DB9D40FC14}" srcOrd="4" destOrd="0" presId="urn:microsoft.com/office/officeart/2005/8/layout/vList2"/>
    <dgm:cxn modelId="{9DB1BBFD-A3FF-40C4-B9A3-2B1D0C68A00A}" type="presParOf" srcId="{58775D29-B6D5-44E1-9837-805A91FB8F5E}" destId="{C13BD95D-C74B-4541-8987-8C0A7D8953E6}" srcOrd="5" destOrd="0" presId="urn:microsoft.com/office/officeart/2005/8/layout/vList2"/>
    <dgm:cxn modelId="{798A2448-C2A1-40A3-AFBB-D463CBE885B4}" type="presParOf" srcId="{58775D29-B6D5-44E1-9837-805A91FB8F5E}" destId="{77D5965C-9C51-4EA5-9D43-A419EB5CA51A}" srcOrd="6" destOrd="0" presId="urn:microsoft.com/office/officeart/2005/8/layout/vList2"/>
    <dgm:cxn modelId="{A490B910-F1E6-4F5E-A45A-B3194B1072AD}" type="presParOf" srcId="{58775D29-B6D5-44E1-9837-805A91FB8F5E}" destId="{B0151B0B-72A0-4134-9E48-C3A0C31BDC42}" srcOrd="7" destOrd="0" presId="urn:microsoft.com/office/officeart/2005/8/layout/vList2"/>
    <dgm:cxn modelId="{A6482BCE-A730-4DA9-9DBD-EB694EF96D1A}" type="presParOf" srcId="{58775D29-B6D5-44E1-9837-805A91FB8F5E}" destId="{60303C0B-2D3C-49FB-B817-250F2B98191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C2F488-DD1F-4FAA-982B-1FCD455341B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9A5877-1A64-40C5-9AE6-5585AF30F21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4,803 investors identified in 2024 cohort</a:t>
          </a:r>
        </a:p>
      </dgm:t>
    </dgm:pt>
    <dgm:pt modelId="{09148E55-D81D-42E5-A997-73E0EB008548}" type="parTrans" cxnId="{5D587145-A49D-4D60-9C17-5282B243CDF4}">
      <dgm:prSet/>
      <dgm:spPr/>
      <dgm:t>
        <a:bodyPr/>
        <a:lstStyle/>
        <a:p>
          <a:endParaRPr lang="en-US"/>
        </a:p>
      </dgm:t>
    </dgm:pt>
    <dgm:pt modelId="{A732CF9E-D041-4841-AAE7-99D5B2A299C6}" type="sibTrans" cxnId="{5D587145-A49D-4D60-9C17-5282B243CDF4}">
      <dgm:prSet/>
      <dgm:spPr/>
      <dgm:t>
        <a:bodyPr/>
        <a:lstStyle/>
        <a:p>
          <a:endParaRPr lang="en-US"/>
        </a:p>
      </dgm:t>
    </dgm:pt>
    <dgm:pt modelId="{2AB024BC-8FD5-412B-8C13-8E9ECF0D5DA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Strong participation across multiple states</a:t>
          </a:r>
        </a:p>
      </dgm:t>
    </dgm:pt>
    <dgm:pt modelId="{C03A48E6-EF0F-42F6-AA07-2D05C5138824}" type="parTrans" cxnId="{94FCD007-68D4-4907-ACAC-7791BCA0AFA9}">
      <dgm:prSet/>
      <dgm:spPr/>
      <dgm:t>
        <a:bodyPr/>
        <a:lstStyle/>
        <a:p>
          <a:endParaRPr lang="en-US"/>
        </a:p>
      </dgm:t>
    </dgm:pt>
    <dgm:pt modelId="{6C08719D-861E-4B51-B915-529E368D1350}" type="sibTrans" cxnId="{94FCD007-68D4-4907-ACAC-7791BCA0AFA9}">
      <dgm:prSet/>
      <dgm:spPr/>
      <dgm:t>
        <a:bodyPr/>
        <a:lstStyle/>
        <a:p>
          <a:endParaRPr lang="en-US"/>
        </a:p>
      </dgm:t>
    </dgm:pt>
    <dgm:pt modelId="{C77777FD-08B3-4E4C-81E5-A3C52958B5D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SIP contribution trends identified</a:t>
          </a:r>
        </a:p>
      </dgm:t>
    </dgm:pt>
    <dgm:pt modelId="{C1FC5A57-9AE1-479C-BC4F-1DF45A350A5B}" type="parTrans" cxnId="{675E8AA8-E656-4117-A89A-E9945665DAA6}">
      <dgm:prSet/>
      <dgm:spPr/>
      <dgm:t>
        <a:bodyPr/>
        <a:lstStyle/>
        <a:p>
          <a:endParaRPr lang="en-US"/>
        </a:p>
      </dgm:t>
    </dgm:pt>
    <dgm:pt modelId="{0FB2AB00-9F04-45DC-AE2B-320DABD71D60}" type="sibTrans" cxnId="{675E8AA8-E656-4117-A89A-E9945665DAA6}">
      <dgm:prSet/>
      <dgm:spPr/>
      <dgm:t>
        <a:bodyPr/>
        <a:lstStyle/>
        <a:p>
          <a:endParaRPr lang="en-US"/>
        </a:p>
      </dgm:t>
    </dgm:pt>
    <dgm:pt modelId="{BCF59BD6-EA86-40D1-9D9C-04CDBECB5F1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Investor segmentation performed</a:t>
          </a:r>
        </a:p>
      </dgm:t>
    </dgm:pt>
    <dgm:pt modelId="{F3328873-D893-4A73-8156-2737F03E2A38}" type="parTrans" cxnId="{76C54B83-41CF-4092-8F1A-8F3065172CD8}">
      <dgm:prSet/>
      <dgm:spPr/>
      <dgm:t>
        <a:bodyPr/>
        <a:lstStyle/>
        <a:p>
          <a:endParaRPr lang="en-US"/>
        </a:p>
      </dgm:t>
    </dgm:pt>
    <dgm:pt modelId="{5809B603-E173-4D79-AE76-6628B6891D34}" type="sibTrans" cxnId="{76C54B83-41CF-4092-8F1A-8F3065172CD8}">
      <dgm:prSet/>
      <dgm:spPr/>
      <dgm:t>
        <a:bodyPr/>
        <a:lstStyle/>
        <a:p>
          <a:endParaRPr lang="en-US"/>
        </a:p>
      </dgm:t>
    </dgm:pt>
    <dgm:pt modelId="{D75A0EBF-9BBE-43DF-A6E5-87301A9613F7}" type="pres">
      <dgm:prSet presAssocID="{CCC2F488-DD1F-4FAA-982B-1FCD455341BA}" presName="root" presStyleCnt="0">
        <dgm:presLayoutVars>
          <dgm:dir/>
          <dgm:resizeHandles val="exact"/>
        </dgm:presLayoutVars>
      </dgm:prSet>
      <dgm:spPr/>
    </dgm:pt>
    <dgm:pt modelId="{D0012F98-920F-40F4-AC85-11DF759BBEC4}" type="pres">
      <dgm:prSet presAssocID="{9D9A5877-1A64-40C5-9AE6-5585AF30F21E}" presName="compNode" presStyleCnt="0"/>
      <dgm:spPr/>
    </dgm:pt>
    <dgm:pt modelId="{66EC3F6D-1187-4178-A9D6-E005C8751A7A}" type="pres">
      <dgm:prSet presAssocID="{9D9A5877-1A64-40C5-9AE6-5585AF30F21E}" presName="bgRect" presStyleLbl="bgShp" presStyleIdx="0" presStyleCnt="4"/>
      <dgm:spPr/>
    </dgm:pt>
    <dgm:pt modelId="{08AB1FE2-24C9-4413-B150-313CD6436DC4}" type="pres">
      <dgm:prSet presAssocID="{9D9A5877-1A64-40C5-9AE6-5585AF30F21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AE54BC2F-07D7-4A8A-837B-B81EC5C0A0F5}" type="pres">
      <dgm:prSet presAssocID="{9D9A5877-1A64-40C5-9AE6-5585AF30F21E}" presName="spaceRect" presStyleCnt="0"/>
      <dgm:spPr/>
    </dgm:pt>
    <dgm:pt modelId="{F511ED4B-A6CE-412B-8D1C-144E577D7BC6}" type="pres">
      <dgm:prSet presAssocID="{9D9A5877-1A64-40C5-9AE6-5585AF30F21E}" presName="parTx" presStyleLbl="revTx" presStyleIdx="0" presStyleCnt="4">
        <dgm:presLayoutVars>
          <dgm:chMax val="0"/>
          <dgm:chPref val="0"/>
        </dgm:presLayoutVars>
      </dgm:prSet>
      <dgm:spPr/>
    </dgm:pt>
    <dgm:pt modelId="{162E1BED-0348-421B-8392-4A4F4C0B34DA}" type="pres">
      <dgm:prSet presAssocID="{A732CF9E-D041-4841-AAE7-99D5B2A299C6}" presName="sibTrans" presStyleCnt="0"/>
      <dgm:spPr/>
    </dgm:pt>
    <dgm:pt modelId="{24D94E06-F90D-4718-9A51-67D04BA8F515}" type="pres">
      <dgm:prSet presAssocID="{2AB024BC-8FD5-412B-8C13-8E9ECF0D5DAC}" presName="compNode" presStyleCnt="0"/>
      <dgm:spPr/>
    </dgm:pt>
    <dgm:pt modelId="{73B4A3F5-7206-4FD8-B0F9-5E251BF0EE6F}" type="pres">
      <dgm:prSet presAssocID="{2AB024BC-8FD5-412B-8C13-8E9ECF0D5DAC}" presName="bgRect" presStyleLbl="bgShp" presStyleIdx="1" presStyleCnt="4"/>
      <dgm:spPr/>
    </dgm:pt>
    <dgm:pt modelId="{D490BEB1-11B5-4961-A752-4E4ED4C80255}" type="pres">
      <dgm:prSet presAssocID="{2AB024BC-8FD5-412B-8C13-8E9ECF0D5DA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49F34AA9-ECF1-401C-9935-80366D0CF77F}" type="pres">
      <dgm:prSet presAssocID="{2AB024BC-8FD5-412B-8C13-8E9ECF0D5DAC}" presName="spaceRect" presStyleCnt="0"/>
      <dgm:spPr/>
    </dgm:pt>
    <dgm:pt modelId="{2546E8A4-E4C0-4D5A-A887-D565D6253728}" type="pres">
      <dgm:prSet presAssocID="{2AB024BC-8FD5-412B-8C13-8E9ECF0D5DAC}" presName="parTx" presStyleLbl="revTx" presStyleIdx="1" presStyleCnt="4">
        <dgm:presLayoutVars>
          <dgm:chMax val="0"/>
          <dgm:chPref val="0"/>
        </dgm:presLayoutVars>
      </dgm:prSet>
      <dgm:spPr/>
    </dgm:pt>
    <dgm:pt modelId="{856067BA-ADC7-4FC9-85E1-6C77B8681216}" type="pres">
      <dgm:prSet presAssocID="{6C08719D-861E-4B51-B915-529E368D1350}" presName="sibTrans" presStyleCnt="0"/>
      <dgm:spPr/>
    </dgm:pt>
    <dgm:pt modelId="{A76A3948-BAE5-4199-8A56-6CC4BA2E1E13}" type="pres">
      <dgm:prSet presAssocID="{C77777FD-08B3-4E4C-81E5-A3C52958B5D2}" presName="compNode" presStyleCnt="0"/>
      <dgm:spPr/>
    </dgm:pt>
    <dgm:pt modelId="{E20BC794-CF58-4B95-81DA-EC2EC0288C65}" type="pres">
      <dgm:prSet presAssocID="{C77777FD-08B3-4E4C-81E5-A3C52958B5D2}" presName="bgRect" presStyleLbl="bgShp" presStyleIdx="2" presStyleCnt="4"/>
      <dgm:spPr/>
    </dgm:pt>
    <dgm:pt modelId="{81A47E7A-4927-48EC-80DD-F4390709E6F1}" type="pres">
      <dgm:prSet presAssocID="{C77777FD-08B3-4E4C-81E5-A3C52958B5D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6F57946-F800-46B3-AE5A-35F5C2AE721F}" type="pres">
      <dgm:prSet presAssocID="{C77777FD-08B3-4E4C-81E5-A3C52958B5D2}" presName="spaceRect" presStyleCnt="0"/>
      <dgm:spPr/>
    </dgm:pt>
    <dgm:pt modelId="{54711B3E-DBCC-4925-8011-5ED50554310A}" type="pres">
      <dgm:prSet presAssocID="{C77777FD-08B3-4E4C-81E5-A3C52958B5D2}" presName="parTx" presStyleLbl="revTx" presStyleIdx="2" presStyleCnt="4">
        <dgm:presLayoutVars>
          <dgm:chMax val="0"/>
          <dgm:chPref val="0"/>
        </dgm:presLayoutVars>
      </dgm:prSet>
      <dgm:spPr/>
    </dgm:pt>
    <dgm:pt modelId="{D0A5C6E2-B632-4376-82A6-2552B3BE45CC}" type="pres">
      <dgm:prSet presAssocID="{0FB2AB00-9F04-45DC-AE2B-320DABD71D60}" presName="sibTrans" presStyleCnt="0"/>
      <dgm:spPr/>
    </dgm:pt>
    <dgm:pt modelId="{23C6F0E9-E0E3-4185-86CC-2D8ECB4D05A3}" type="pres">
      <dgm:prSet presAssocID="{BCF59BD6-EA86-40D1-9D9C-04CDBECB5F14}" presName="compNode" presStyleCnt="0"/>
      <dgm:spPr/>
    </dgm:pt>
    <dgm:pt modelId="{F1BF7A0B-AD20-4EA6-9DC4-A511D71273D6}" type="pres">
      <dgm:prSet presAssocID="{BCF59BD6-EA86-40D1-9D9C-04CDBECB5F14}" presName="bgRect" presStyleLbl="bgShp" presStyleIdx="3" presStyleCnt="4"/>
      <dgm:spPr/>
    </dgm:pt>
    <dgm:pt modelId="{E6FCBBF5-B4F2-445D-A67C-95E388806858}" type="pres">
      <dgm:prSet presAssocID="{BCF59BD6-EA86-40D1-9D9C-04CDBECB5F1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A2288DB-4C65-40C2-ADF6-7720C8FAE590}" type="pres">
      <dgm:prSet presAssocID="{BCF59BD6-EA86-40D1-9D9C-04CDBECB5F14}" presName="spaceRect" presStyleCnt="0"/>
      <dgm:spPr/>
    </dgm:pt>
    <dgm:pt modelId="{C5014EFE-EEEE-4758-9482-327CBD698E07}" type="pres">
      <dgm:prSet presAssocID="{BCF59BD6-EA86-40D1-9D9C-04CDBECB5F1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D1B9402-D868-4344-AC4F-B270297618DA}" type="presOf" srcId="{BCF59BD6-EA86-40D1-9D9C-04CDBECB5F14}" destId="{C5014EFE-EEEE-4758-9482-327CBD698E07}" srcOrd="0" destOrd="0" presId="urn:microsoft.com/office/officeart/2018/2/layout/IconVerticalSolidList"/>
    <dgm:cxn modelId="{94FCD007-68D4-4907-ACAC-7791BCA0AFA9}" srcId="{CCC2F488-DD1F-4FAA-982B-1FCD455341BA}" destId="{2AB024BC-8FD5-412B-8C13-8E9ECF0D5DAC}" srcOrd="1" destOrd="0" parTransId="{C03A48E6-EF0F-42F6-AA07-2D05C5138824}" sibTransId="{6C08719D-861E-4B51-B915-529E368D1350}"/>
    <dgm:cxn modelId="{EB250935-C0F1-4D76-B1BE-EC6238EDE920}" type="presOf" srcId="{CCC2F488-DD1F-4FAA-982B-1FCD455341BA}" destId="{D75A0EBF-9BBE-43DF-A6E5-87301A9613F7}" srcOrd="0" destOrd="0" presId="urn:microsoft.com/office/officeart/2018/2/layout/IconVerticalSolidList"/>
    <dgm:cxn modelId="{5D587145-A49D-4D60-9C17-5282B243CDF4}" srcId="{CCC2F488-DD1F-4FAA-982B-1FCD455341BA}" destId="{9D9A5877-1A64-40C5-9AE6-5585AF30F21E}" srcOrd="0" destOrd="0" parTransId="{09148E55-D81D-42E5-A997-73E0EB008548}" sibTransId="{A732CF9E-D041-4841-AAE7-99D5B2A299C6}"/>
    <dgm:cxn modelId="{76C54B83-41CF-4092-8F1A-8F3065172CD8}" srcId="{CCC2F488-DD1F-4FAA-982B-1FCD455341BA}" destId="{BCF59BD6-EA86-40D1-9D9C-04CDBECB5F14}" srcOrd="3" destOrd="0" parTransId="{F3328873-D893-4A73-8156-2737F03E2A38}" sibTransId="{5809B603-E173-4D79-AE76-6628B6891D34}"/>
    <dgm:cxn modelId="{DE86BC83-24B4-421D-BF3C-FEBFDC9551A1}" type="presOf" srcId="{9D9A5877-1A64-40C5-9AE6-5585AF30F21E}" destId="{F511ED4B-A6CE-412B-8D1C-144E577D7BC6}" srcOrd="0" destOrd="0" presId="urn:microsoft.com/office/officeart/2018/2/layout/IconVerticalSolidList"/>
    <dgm:cxn modelId="{675E8AA8-E656-4117-A89A-E9945665DAA6}" srcId="{CCC2F488-DD1F-4FAA-982B-1FCD455341BA}" destId="{C77777FD-08B3-4E4C-81E5-A3C52958B5D2}" srcOrd="2" destOrd="0" parTransId="{C1FC5A57-9AE1-479C-BC4F-1DF45A350A5B}" sibTransId="{0FB2AB00-9F04-45DC-AE2B-320DABD71D60}"/>
    <dgm:cxn modelId="{B636F4AF-EFDB-4A21-AAE3-C6304077A1AB}" type="presOf" srcId="{C77777FD-08B3-4E4C-81E5-A3C52958B5D2}" destId="{54711B3E-DBCC-4925-8011-5ED50554310A}" srcOrd="0" destOrd="0" presId="urn:microsoft.com/office/officeart/2018/2/layout/IconVerticalSolidList"/>
    <dgm:cxn modelId="{9324E7F2-F6EB-43B1-BB49-E5045F1EFFDE}" type="presOf" srcId="{2AB024BC-8FD5-412B-8C13-8E9ECF0D5DAC}" destId="{2546E8A4-E4C0-4D5A-A887-D565D6253728}" srcOrd="0" destOrd="0" presId="urn:microsoft.com/office/officeart/2018/2/layout/IconVerticalSolidList"/>
    <dgm:cxn modelId="{AE6C9FDF-B5D7-4C3A-B9F9-7367DAA597B7}" type="presParOf" srcId="{D75A0EBF-9BBE-43DF-A6E5-87301A9613F7}" destId="{D0012F98-920F-40F4-AC85-11DF759BBEC4}" srcOrd="0" destOrd="0" presId="urn:microsoft.com/office/officeart/2018/2/layout/IconVerticalSolidList"/>
    <dgm:cxn modelId="{3AC85E08-7F23-4053-BC39-C036182349C4}" type="presParOf" srcId="{D0012F98-920F-40F4-AC85-11DF759BBEC4}" destId="{66EC3F6D-1187-4178-A9D6-E005C8751A7A}" srcOrd="0" destOrd="0" presId="urn:microsoft.com/office/officeart/2018/2/layout/IconVerticalSolidList"/>
    <dgm:cxn modelId="{BE555DE1-4342-457C-9FDE-A6C6BDA6B9C6}" type="presParOf" srcId="{D0012F98-920F-40F4-AC85-11DF759BBEC4}" destId="{08AB1FE2-24C9-4413-B150-313CD6436DC4}" srcOrd="1" destOrd="0" presId="urn:microsoft.com/office/officeart/2018/2/layout/IconVerticalSolidList"/>
    <dgm:cxn modelId="{A47512A8-AC72-4059-B5CF-76C4C2101CAF}" type="presParOf" srcId="{D0012F98-920F-40F4-AC85-11DF759BBEC4}" destId="{AE54BC2F-07D7-4A8A-837B-B81EC5C0A0F5}" srcOrd="2" destOrd="0" presId="urn:microsoft.com/office/officeart/2018/2/layout/IconVerticalSolidList"/>
    <dgm:cxn modelId="{61894799-698A-4A0B-9617-6F90D457F344}" type="presParOf" srcId="{D0012F98-920F-40F4-AC85-11DF759BBEC4}" destId="{F511ED4B-A6CE-412B-8D1C-144E577D7BC6}" srcOrd="3" destOrd="0" presId="urn:microsoft.com/office/officeart/2018/2/layout/IconVerticalSolidList"/>
    <dgm:cxn modelId="{C9A20759-101F-44CA-9D31-D2EAB225A563}" type="presParOf" srcId="{D75A0EBF-9BBE-43DF-A6E5-87301A9613F7}" destId="{162E1BED-0348-421B-8392-4A4F4C0B34DA}" srcOrd="1" destOrd="0" presId="urn:microsoft.com/office/officeart/2018/2/layout/IconVerticalSolidList"/>
    <dgm:cxn modelId="{BB12245A-047D-48DD-BA44-11211E528094}" type="presParOf" srcId="{D75A0EBF-9BBE-43DF-A6E5-87301A9613F7}" destId="{24D94E06-F90D-4718-9A51-67D04BA8F515}" srcOrd="2" destOrd="0" presId="urn:microsoft.com/office/officeart/2018/2/layout/IconVerticalSolidList"/>
    <dgm:cxn modelId="{1A64EEE2-69B7-4A44-9691-BEB40E52C7AA}" type="presParOf" srcId="{24D94E06-F90D-4718-9A51-67D04BA8F515}" destId="{73B4A3F5-7206-4FD8-B0F9-5E251BF0EE6F}" srcOrd="0" destOrd="0" presId="urn:microsoft.com/office/officeart/2018/2/layout/IconVerticalSolidList"/>
    <dgm:cxn modelId="{7350FC31-8575-4B74-B3C0-F603B3943A23}" type="presParOf" srcId="{24D94E06-F90D-4718-9A51-67D04BA8F515}" destId="{D490BEB1-11B5-4961-A752-4E4ED4C80255}" srcOrd="1" destOrd="0" presId="urn:microsoft.com/office/officeart/2018/2/layout/IconVerticalSolidList"/>
    <dgm:cxn modelId="{CB348E99-0C99-4171-8130-A289A4167C42}" type="presParOf" srcId="{24D94E06-F90D-4718-9A51-67D04BA8F515}" destId="{49F34AA9-ECF1-401C-9935-80366D0CF77F}" srcOrd="2" destOrd="0" presId="urn:microsoft.com/office/officeart/2018/2/layout/IconVerticalSolidList"/>
    <dgm:cxn modelId="{DE9F390E-FF0F-4F2B-82BA-E98FCE34E6C0}" type="presParOf" srcId="{24D94E06-F90D-4718-9A51-67D04BA8F515}" destId="{2546E8A4-E4C0-4D5A-A887-D565D6253728}" srcOrd="3" destOrd="0" presId="urn:microsoft.com/office/officeart/2018/2/layout/IconVerticalSolidList"/>
    <dgm:cxn modelId="{9756809A-39AE-4F3D-B7F6-1DADE98C5D4F}" type="presParOf" srcId="{D75A0EBF-9BBE-43DF-A6E5-87301A9613F7}" destId="{856067BA-ADC7-4FC9-85E1-6C77B8681216}" srcOrd="3" destOrd="0" presId="urn:microsoft.com/office/officeart/2018/2/layout/IconVerticalSolidList"/>
    <dgm:cxn modelId="{476375A9-0D8C-4723-B166-D14FC374B88A}" type="presParOf" srcId="{D75A0EBF-9BBE-43DF-A6E5-87301A9613F7}" destId="{A76A3948-BAE5-4199-8A56-6CC4BA2E1E13}" srcOrd="4" destOrd="0" presId="urn:microsoft.com/office/officeart/2018/2/layout/IconVerticalSolidList"/>
    <dgm:cxn modelId="{D5A85721-744B-4CDA-B1DE-4D14684DC577}" type="presParOf" srcId="{A76A3948-BAE5-4199-8A56-6CC4BA2E1E13}" destId="{E20BC794-CF58-4B95-81DA-EC2EC0288C65}" srcOrd="0" destOrd="0" presId="urn:microsoft.com/office/officeart/2018/2/layout/IconVerticalSolidList"/>
    <dgm:cxn modelId="{D9A109F0-6549-4CC9-8456-83BAFB956B13}" type="presParOf" srcId="{A76A3948-BAE5-4199-8A56-6CC4BA2E1E13}" destId="{81A47E7A-4927-48EC-80DD-F4390709E6F1}" srcOrd="1" destOrd="0" presId="urn:microsoft.com/office/officeart/2018/2/layout/IconVerticalSolidList"/>
    <dgm:cxn modelId="{D85FA084-7EAF-425C-B874-A8DFAFE0FD80}" type="presParOf" srcId="{A76A3948-BAE5-4199-8A56-6CC4BA2E1E13}" destId="{46F57946-F800-46B3-AE5A-35F5C2AE721F}" srcOrd="2" destOrd="0" presId="urn:microsoft.com/office/officeart/2018/2/layout/IconVerticalSolidList"/>
    <dgm:cxn modelId="{EC5DF230-9D2D-4D3D-8618-0D10810EA965}" type="presParOf" srcId="{A76A3948-BAE5-4199-8A56-6CC4BA2E1E13}" destId="{54711B3E-DBCC-4925-8011-5ED50554310A}" srcOrd="3" destOrd="0" presId="urn:microsoft.com/office/officeart/2018/2/layout/IconVerticalSolidList"/>
    <dgm:cxn modelId="{8F0CD680-D055-4CF6-8EF0-2A8F86E18AAF}" type="presParOf" srcId="{D75A0EBF-9BBE-43DF-A6E5-87301A9613F7}" destId="{D0A5C6E2-B632-4376-82A6-2552B3BE45CC}" srcOrd="5" destOrd="0" presId="urn:microsoft.com/office/officeart/2018/2/layout/IconVerticalSolidList"/>
    <dgm:cxn modelId="{6857A874-049F-4632-824D-06A300AD46FA}" type="presParOf" srcId="{D75A0EBF-9BBE-43DF-A6E5-87301A9613F7}" destId="{23C6F0E9-E0E3-4185-86CC-2D8ECB4D05A3}" srcOrd="6" destOrd="0" presId="urn:microsoft.com/office/officeart/2018/2/layout/IconVerticalSolidList"/>
    <dgm:cxn modelId="{F286C53C-35B1-4F9B-A011-F214704CB2BA}" type="presParOf" srcId="{23C6F0E9-E0E3-4185-86CC-2D8ECB4D05A3}" destId="{F1BF7A0B-AD20-4EA6-9DC4-A511D71273D6}" srcOrd="0" destOrd="0" presId="urn:microsoft.com/office/officeart/2018/2/layout/IconVerticalSolidList"/>
    <dgm:cxn modelId="{0EB59C63-1FF7-44EF-83FC-FCBBDBB56686}" type="presParOf" srcId="{23C6F0E9-E0E3-4185-86CC-2D8ECB4D05A3}" destId="{E6FCBBF5-B4F2-445D-A67C-95E388806858}" srcOrd="1" destOrd="0" presId="urn:microsoft.com/office/officeart/2018/2/layout/IconVerticalSolidList"/>
    <dgm:cxn modelId="{CDE508B4-6B6B-458D-BAC6-896C2F7B845E}" type="presParOf" srcId="{23C6F0E9-E0E3-4185-86CC-2D8ECB4D05A3}" destId="{3A2288DB-4C65-40C2-ADF6-7720C8FAE590}" srcOrd="2" destOrd="0" presId="urn:microsoft.com/office/officeart/2018/2/layout/IconVerticalSolidList"/>
    <dgm:cxn modelId="{0979F2EC-334A-4F3A-BEB5-D4BD3F6A4FC3}" type="presParOf" srcId="{23C6F0E9-E0E3-4185-86CC-2D8ECB4D05A3}" destId="{C5014EFE-EEEE-4758-9482-327CBD698E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86CACED-DC2C-4835-AF05-309AF9EF74A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83C65CC-1461-4883-9FB6-5DB8195E89C2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1-Year Return</a:t>
          </a:r>
        </a:p>
      </dgm:t>
    </dgm:pt>
    <dgm:pt modelId="{1FCABE99-55CB-4043-929D-9597CA32D267}" type="parTrans" cxnId="{630DA28D-42F1-41B0-B99F-0D093177C19B}">
      <dgm:prSet/>
      <dgm:spPr/>
      <dgm:t>
        <a:bodyPr/>
        <a:lstStyle/>
        <a:p>
          <a:endParaRPr lang="en-US"/>
        </a:p>
      </dgm:t>
    </dgm:pt>
    <dgm:pt modelId="{1998269F-3FCA-43C4-A4FC-B2F76671CBAA}" type="sibTrans" cxnId="{630DA28D-42F1-41B0-B99F-0D093177C19B}">
      <dgm:prSet/>
      <dgm:spPr/>
      <dgm:t>
        <a:bodyPr/>
        <a:lstStyle/>
        <a:p>
          <a:endParaRPr lang="en-US"/>
        </a:p>
      </dgm:t>
    </dgm:pt>
    <dgm:pt modelId="{425C203F-56B0-47C6-8A5A-156AD244EE6A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3-Year Return</a:t>
          </a:r>
        </a:p>
      </dgm:t>
    </dgm:pt>
    <dgm:pt modelId="{D2861A68-F2F1-44A6-A22B-BC09A93AE35A}" type="parTrans" cxnId="{AF8D49DC-3135-4068-9F1D-C4BBD0AEC88B}">
      <dgm:prSet/>
      <dgm:spPr/>
      <dgm:t>
        <a:bodyPr/>
        <a:lstStyle/>
        <a:p>
          <a:endParaRPr lang="en-US"/>
        </a:p>
      </dgm:t>
    </dgm:pt>
    <dgm:pt modelId="{91A9C275-D3D3-44B3-99FB-D0274AACEE37}" type="sibTrans" cxnId="{AF8D49DC-3135-4068-9F1D-C4BBD0AEC88B}">
      <dgm:prSet/>
      <dgm:spPr/>
      <dgm:t>
        <a:bodyPr/>
        <a:lstStyle/>
        <a:p>
          <a:endParaRPr lang="en-US"/>
        </a:p>
      </dgm:t>
    </dgm:pt>
    <dgm:pt modelId="{A11BA705-74D8-4D65-B2CD-39C58D2C6DF3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5-Year Return</a:t>
          </a:r>
        </a:p>
      </dgm:t>
    </dgm:pt>
    <dgm:pt modelId="{51B13A5B-4C57-4A69-98F0-E79C2266B171}" type="parTrans" cxnId="{126623E1-BFE5-4E9E-919E-356A031E84EE}">
      <dgm:prSet/>
      <dgm:spPr/>
      <dgm:t>
        <a:bodyPr/>
        <a:lstStyle/>
        <a:p>
          <a:endParaRPr lang="en-US"/>
        </a:p>
      </dgm:t>
    </dgm:pt>
    <dgm:pt modelId="{62D4C90E-9C1D-40B6-8C24-2875DAFEB75C}" type="sibTrans" cxnId="{126623E1-BFE5-4E9E-919E-356A031E84EE}">
      <dgm:prSet/>
      <dgm:spPr/>
      <dgm:t>
        <a:bodyPr/>
        <a:lstStyle/>
        <a:p>
          <a:endParaRPr lang="en-US"/>
        </a:p>
      </dgm:t>
    </dgm:pt>
    <dgm:pt modelId="{30D2008B-EE5F-41D8-B547-558E31AC3AA4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Alpha</a:t>
          </a:r>
        </a:p>
      </dgm:t>
    </dgm:pt>
    <dgm:pt modelId="{3FCFC3C3-C2B7-4712-A966-91C71C72C04A}" type="parTrans" cxnId="{DC0F8FF5-B4C6-4952-A5CB-D18A47AEF0F4}">
      <dgm:prSet/>
      <dgm:spPr/>
      <dgm:t>
        <a:bodyPr/>
        <a:lstStyle/>
        <a:p>
          <a:endParaRPr lang="en-US"/>
        </a:p>
      </dgm:t>
    </dgm:pt>
    <dgm:pt modelId="{8C11D41A-2FF8-4917-93C8-275106542E7C}" type="sibTrans" cxnId="{DC0F8FF5-B4C6-4952-A5CB-D18A47AEF0F4}">
      <dgm:prSet/>
      <dgm:spPr/>
      <dgm:t>
        <a:bodyPr/>
        <a:lstStyle/>
        <a:p>
          <a:endParaRPr lang="en-US"/>
        </a:p>
      </dgm:t>
    </dgm:pt>
    <dgm:pt modelId="{3D3680E7-E676-42F6-A665-6375618806C3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Beta</a:t>
          </a:r>
        </a:p>
      </dgm:t>
    </dgm:pt>
    <dgm:pt modelId="{603B7DF0-F497-4E9B-A44D-16EC2FFD0353}" type="parTrans" cxnId="{5CC47BB3-93E0-47AB-BD2A-F40F535C4E06}">
      <dgm:prSet/>
      <dgm:spPr/>
      <dgm:t>
        <a:bodyPr/>
        <a:lstStyle/>
        <a:p>
          <a:endParaRPr lang="en-US"/>
        </a:p>
      </dgm:t>
    </dgm:pt>
    <dgm:pt modelId="{9A12691A-00AF-40A3-BAB7-9288B022729C}" type="sibTrans" cxnId="{5CC47BB3-93E0-47AB-BD2A-F40F535C4E06}">
      <dgm:prSet/>
      <dgm:spPr/>
      <dgm:t>
        <a:bodyPr/>
        <a:lstStyle/>
        <a:p>
          <a:endParaRPr lang="en-US"/>
        </a:p>
      </dgm:t>
    </dgm:pt>
    <dgm:pt modelId="{FCC02060-6D14-4B97-B33B-3CD18E7BFD6F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Sharpe Ratio</a:t>
          </a:r>
        </a:p>
      </dgm:t>
    </dgm:pt>
    <dgm:pt modelId="{12E6F6ED-C7D5-4E91-A65C-44FD0ACE45B6}" type="parTrans" cxnId="{8D18FEF2-DFD4-46DB-9F48-BB625CE4365F}">
      <dgm:prSet/>
      <dgm:spPr/>
      <dgm:t>
        <a:bodyPr/>
        <a:lstStyle/>
        <a:p>
          <a:endParaRPr lang="en-US"/>
        </a:p>
      </dgm:t>
    </dgm:pt>
    <dgm:pt modelId="{62C2E36F-1353-4A04-A53B-FBA03D6553D7}" type="sibTrans" cxnId="{8D18FEF2-DFD4-46DB-9F48-BB625CE4365F}">
      <dgm:prSet/>
      <dgm:spPr/>
      <dgm:t>
        <a:bodyPr/>
        <a:lstStyle/>
        <a:p>
          <a:endParaRPr lang="en-US"/>
        </a:p>
      </dgm:t>
    </dgm:pt>
    <dgm:pt modelId="{70D6ACA3-AE0C-4781-8A24-EB54AE66F4DD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Sortino Ratio</a:t>
          </a:r>
        </a:p>
      </dgm:t>
    </dgm:pt>
    <dgm:pt modelId="{DFB9E823-4A31-4BD7-9861-0C3CE5B54121}" type="parTrans" cxnId="{A0DFF392-92C3-41BB-A4EB-B001F82500A4}">
      <dgm:prSet/>
      <dgm:spPr/>
      <dgm:t>
        <a:bodyPr/>
        <a:lstStyle/>
        <a:p>
          <a:endParaRPr lang="en-US"/>
        </a:p>
      </dgm:t>
    </dgm:pt>
    <dgm:pt modelId="{B32E5058-0677-4E33-9074-B45455221631}" type="sibTrans" cxnId="{A0DFF392-92C3-41BB-A4EB-B001F82500A4}">
      <dgm:prSet/>
      <dgm:spPr/>
      <dgm:t>
        <a:bodyPr/>
        <a:lstStyle/>
        <a:p>
          <a:endParaRPr lang="en-US"/>
        </a:p>
      </dgm:t>
    </dgm:pt>
    <dgm:pt modelId="{C1C21538-0F2B-4C73-89E6-41E498984327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Maximum Drawdown</a:t>
          </a:r>
        </a:p>
      </dgm:t>
    </dgm:pt>
    <dgm:pt modelId="{F67F46B2-58A7-4A1B-9EEE-2B73E29877A0}" type="parTrans" cxnId="{B1537D5A-B1AB-4452-B09C-D930630424D0}">
      <dgm:prSet/>
      <dgm:spPr/>
      <dgm:t>
        <a:bodyPr/>
        <a:lstStyle/>
        <a:p>
          <a:endParaRPr lang="en-US"/>
        </a:p>
      </dgm:t>
    </dgm:pt>
    <dgm:pt modelId="{B897924A-ACFD-4473-8091-04038A6853FC}" type="sibTrans" cxnId="{B1537D5A-B1AB-4452-B09C-D930630424D0}">
      <dgm:prSet/>
      <dgm:spPr/>
      <dgm:t>
        <a:bodyPr/>
        <a:lstStyle/>
        <a:p>
          <a:endParaRPr lang="en-US"/>
        </a:p>
      </dgm:t>
    </dgm:pt>
    <dgm:pt modelId="{44C51D63-D538-4BFE-B7AA-3A8DAFF49335}" type="pres">
      <dgm:prSet presAssocID="{586CACED-DC2C-4835-AF05-309AF9EF74A0}" presName="linear" presStyleCnt="0">
        <dgm:presLayoutVars>
          <dgm:animLvl val="lvl"/>
          <dgm:resizeHandles val="exact"/>
        </dgm:presLayoutVars>
      </dgm:prSet>
      <dgm:spPr/>
    </dgm:pt>
    <dgm:pt modelId="{2B5E28C1-BFCC-495A-B8C0-04BE581FF39F}" type="pres">
      <dgm:prSet presAssocID="{983C65CC-1461-4883-9FB6-5DB8195E89C2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820C392-7131-4A59-B1FE-A5C2CA0679B8}" type="pres">
      <dgm:prSet presAssocID="{1998269F-3FCA-43C4-A4FC-B2F76671CBAA}" presName="spacer" presStyleCnt="0"/>
      <dgm:spPr/>
    </dgm:pt>
    <dgm:pt modelId="{D4B6A907-530D-466F-905C-BAE4623213A4}" type="pres">
      <dgm:prSet presAssocID="{425C203F-56B0-47C6-8A5A-156AD244EE6A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7E9BF61-6571-4197-B053-B6E651B49115}" type="pres">
      <dgm:prSet presAssocID="{91A9C275-D3D3-44B3-99FB-D0274AACEE37}" presName="spacer" presStyleCnt="0"/>
      <dgm:spPr/>
    </dgm:pt>
    <dgm:pt modelId="{C94126F8-34A1-4973-A890-394CA561C823}" type="pres">
      <dgm:prSet presAssocID="{A11BA705-74D8-4D65-B2CD-39C58D2C6DF3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CEE47FE1-A603-45D4-992C-099C476A7562}" type="pres">
      <dgm:prSet presAssocID="{62D4C90E-9C1D-40B6-8C24-2875DAFEB75C}" presName="spacer" presStyleCnt="0"/>
      <dgm:spPr/>
    </dgm:pt>
    <dgm:pt modelId="{517B0C0C-3886-4DBE-BC77-D829268BE094}" type="pres">
      <dgm:prSet presAssocID="{30D2008B-EE5F-41D8-B547-558E31AC3AA4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123E84C7-C455-4701-B1B3-FCDB3C098202}" type="pres">
      <dgm:prSet presAssocID="{8C11D41A-2FF8-4917-93C8-275106542E7C}" presName="spacer" presStyleCnt="0"/>
      <dgm:spPr/>
    </dgm:pt>
    <dgm:pt modelId="{FD2DF0B7-FC3C-49C4-9D1F-503E53DC8B9B}" type="pres">
      <dgm:prSet presAssocID="{3D3680E7-E676-42F6-A665-6375618806C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ED4913E6-BE7A-4EF9-9BE6-E6DD57CD552F}" type="pres">
      <dgm:prSet presAssocID="{9A12691A-00AF-40A3-BAB7-9288B022729C}" presName="spacer" presStyleCnt="0"/>
      <dgm:spPr/>
    </dgm:pt>
    <dgm:pt modelId="{A33F49B7-D153-475F-ADEC-9D6753B1AD0C}" type="pres">
      <dgm:prSet presAssocID="{FCC02060-6D14-4B97-B33B-3CD18E7BFD6F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45CEE79C-8A54-4B3B-8E32-8741736317E1}" type="pres">
      <dgm:prSet presAssocID="{62C2E36F-1353-4A04-A53B-FBA03D6553D7}" presName="spacer" presStyleCnt="0"/>
      <dgm:spPr/>
    </dgm:pt>
    <dgm:pt modelId="{5778EA24-C62A-4DF3-94F4-297931C41994}" type="pres">
      <dgm:prSet presAssocID="{70D6ACA3-AE0C-4781-8A24-EB54AE66F4DD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AB2D091F-6BA8-4420-9626-B525DF5554E3}" type="pres">
      <dgm:prSet presAssocID="{B32E5058-0677-4E33-9074-B45455221631}" presName="spacer" presStyleCnt="0"/>
      <dgm:spPr/>
    </dgm:pt>
    <dgm:pt modelId="{05B21448-5488-4505-972D-71A52975FFC4}" type="pres">
      <dgm:prSet presAssocID="{C1C21538-0F2B-4C73-89E6-41E498984327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672B6622-2D51-448F-BDF7-FA59823DC93F}" type="presOf" srcId="{425C203F-56B0-47C6-8A5A-156AD244EE6A}" destId="{D4B6A907-530D-466F-905C-BAE4623213A4}" srcOrd="0" destOrd="0" presId="urn:microsoft.com/office/officeart/2005/8/layout/vList2"/>
    <dgm:cxn modelId="{9FAD4626-2C19-47E0-8B74-A920A4A1D471}" type="presOf" srcId="{FCC02060-6D14-4B97-B33B-3CD18E7BFD6F}" destId="{A33F49B7-D153-475F-ADEC-9D6753B1AD0C}" srcOrd="0" destOrd="0" presId="urn:microsoft.com/office/officeart/2005/8/layout/vList2"/>
    <dgm:cxn modelId="{26CDE331-0548-4E80-BC1D-D56506BC0246}" type="presOf" srcId="{70D6ACA3-AE0C-4781-8A24-EB54AE66F4DD}" destId="{5778EA24-C62A-4DF3-94F4-297931C41994}" srcOrd="0" destOrd="0" presId="urn:microsoft.com/office/officeart/2005/8/layout/vList2"/>
    <dgm:cxn modelId="{0F9FA63C-F0C7-446D-A93C-61E760BC4CCA}" type="presOf" srcId="{30D2008B-EE5F-41D8-B547-558E31AC3AA4}" destId="{517B0C0C-3886-4DBE-BC77-D829268BE094}" srcOrd="0" destOrd="0" presId="urn:microsoft.com/office/officeart/2005/8/layout/vList2"/>
    <dgm:cxn modelId="{00E19441-A636-4E48-8255-E54CB12380C2}" type="presOf" srcId="{3D3680E7-E676-42F6-A665-6375618806C3}" destId="{FD2DF0B7-FC3C-49C4-9D1F-503E53DC8B9B}" srcOrd="0" destOrd="0" presId="urn:microsoft.com/office/officeart/2005/8/layout/vList2"/>
    <dgm:cxn modelId="{05F4E84C-490E-4DF6-8864-F62CE3337582}" type="presOf" srcId="{983C65CC-1461-4883-9FB6-5DB8195E89C2}" destId="{2B5E28C1-BFCC-495A-B8C0-04BE581FF39F}" srcOrd="0" destOrd="0" presId="urn:microsoft.com/office/officeart/2005/8/layout/vList2"/>
    <dgm:cxn modelId="{76FBA177-E456-4916-AE38-C51A40695376}" type="presOf" srcId="{A11BA705-74D8-4D65-B2CD-39C58D2C6DF3}" destId="{C94126F8-34A1-4973-A890-394CA561C823}" srcOrd="0" destOrd="0" presId="urn:microsoft.com/office/officeart/2005/8/layout/vList2"/>
    <dgm:cxn modelId="{B1537D5A-B1AB-4452-B09C-D930630424D0}" srcId="{586CACED-DC2C-4835-AF05-309AF9EF74A0}" destId="{C1C21538-0F2B-4C73-89E6-41E498984327}" srcOrd="7" destOrd="0" parTransId="{F67F46B2-58A7-4A1B-9EEE-2B73E29877A0}" sibTransId="{B897924A-ACFD-4473-8091-04038A6853FC}"/>
    <dgm:cxn modelId="{2D06447D-5A6F-4CAE-8867-3D87C7D4247C}" type="presOf" srcId="{586CACED-DC2C-4835-AF05-309AF9EF74A0}" destId="{44C51D63-D538-4BFE-B7AA-3A8DAFF49335}" srcOrd="0" destOrd="0" presId="urn:microsoft.com/office/officeart/2005/8/layout/vList2"/>
    <dgm:cxn modelId="{630DA28D-42F1-41B0-B99F-0D093177C19B}" srcId="{586CACED-DC2C-4835-AF05-309AF9EF74A0}" destId="{983C65CC-1461-4883-9FB6-5DB8195E89C2}" srcOrd="0" destOrd="0" parTransId="{1FCABE99-55CB-4043-929D-9597CA32D267}" sibTransId="{1998269F-3FCA-43C4-A4FC-B2F76671CBAA}"/>
    <dgm:cxn modelId="{A0DFF392-92C3-41BB-A4EB-B001F82500A4}" srcId="{586CACED-DC2C-4835-AF05-309AF9EF74A0}" destId="{70D6ACA3-AE0C-4781-8A24-EB54AE66F4DD}" srcOrd="6" destOrd="0" parTransId="{DFB9E823-4A31-4BD7-9861-0C3CE5B54121}" sibTransId="{B32E5058-0677-4E33-9074-B45455221631}"/>
    <dgm:cxn modelId="{A82F1593-0F54-49A6-9CC7-2E25DB2397A0}" type="presOf" srcId="{C1C21538-0F2B-4C73-89E6-41E498984327}" destId="{05B21448-5488-4505-972D-71A52975FFC4}" srcOrd="0" destOrd="0" presId="urn:microsoft.com/office/officeart/2005/8/layout/vList2"/>
    <dgm:cxn modelId="{5CC47BB3-93E0-47AB-BD2A-F40F535C4E06}" srcId="{586CACED-DC2C-4835-AF05-309AF9EF74A0}" destId="{3D3680E7-E676-42F6-A665-6375618806C3}" srcOrd="4" destOrd="0" parTransId="{603B7DF0-F497-4E9B-A44D-16EC2FFD0353}" sibTransId="{9A12691A-00AF-40A3-BAB7-9288B022729C}"/>
    <dgm:cxn modelId="{AF8D49DC-3135-4068-9F1D-C4BBD0AEC88B}" srcId="{586CACED-DC2C-4835-AF05-309AF9EF74A0}" destId="{425C203F-56B0-47C6-8A5A-156AD244EE6A}" srcOrd="1" destOrd="0" parTransId="{D2861A68-F2F1-44A6-A22B-BC09A93AE35A}" sibTransId="{91A9C275-D3D3-44B3-99FB-D0274AACEE37}"/>
    <dgm:cxn modelId="{126623E1-BFE5-4E9E-919E-356A031E84EE}" srcId="{586CACED-DC2C-4835-AF05-309AF9EF74A0}" destId="{A11BA705-74D8-4D65-B2CD-39C58D2C6DF3}" srcOrd="2" destOrd="0" parTransId="{51B13A5B-4C57-4A69-98F0-E79C2266B171}" sibTransId="{62D4C90E-9C1D-40B6-8C24-2875DAFEB75C}"/>
    <dgm:cxn modelId="{8D18FEF2-DFD4-46DB-9F48-BB625CE4365F}" srcId="{586CACED-DC2C-4835-AF05-309AF9EF74A0}" destId="{FCC02060-6D14-4B97-B33B-3CD18E7BFD6F}" srcOrd="5" destOrd="0" parTransId="{12E6F6ED-C7D5-4E91-A65C-44FD0ACE45B6}" sibTransId="{62C2E36F-1353-4A04-A53B-FBA03D6553D7}"/>
    <dgm:cxn modelId="{DC0F8FF5-B4C6-4952-A5CB-D18A47AEF0F4}" srcId="{586CACED-DC2C-4835-AF05-309AF9EF74A0}" destId="{30D2008B-EE5F-41D8-B547-558E31AC3AA4}" srcOrd="3" destOrd="0" parTransId="{3FCFC3C3-C2B7-4712-A966-91C71C72C04A}" sibTransId="{8C11D41A-2FF8-4917-93C8-275106542E7C}"/>
    <dgm:cxn modelId="{35C990D4-AF4B-466A-9E45-A4925C1573C8}" type="presParOf" srcId="{44C51D63-D538-4BFE-B7AA-3A8DAFF49335}" destId="{2B5E28C1-BFCC-495A-B8C0-04BE581FF39F}" srcOrd="0" destOrd="0" presId="urn:microsoft.com/office/officeart/2005/8/layout/vList2"/>
    <dgm:cxn modelId="{C0CF5182-CFBE-4F06-9F68-4E88CB70AC8F}" type="presParOf" srcId="{44C51D63-D538-4BFE-B7AA-3A8DAFF49335}" destId="{C820C392-7131-4A59-B1FE-A5C2CA0679B8}" srcOrd="1" destOrd="0" presId="urn:microsoft.com/office/officeart/2005/8/layout/vList2"/>
    <dgm:cxn modelId="{FC135DD7-98F8-4D5B-8117-B7DE6C3A3B08}" type="presParOf" srcId="{44C51D63-D538-4BFE-B7AA-3A8DAFF49335}" destId="{D4B6A907-530D-466F-905C-BAE4623213A4}" srcOrd="2" destOrd="0" presId="urn:microsoft.com/office/officeart/2005/8/layout/vList2"/>
    <dgm:cxn modelId="{1CBF9595-464C-4347-ACFB-0FDF41C077DE}" type="presParOf" srcId="{44C51D63-D538-4BFE-B7AA-3A8DAFF49335}" destId="{E7E9BF61-6571-4197-B053-B6E651B49115}" srcOrd="3" destOrd="0" presId="urn:microsoft.com/office/officeart/2005/8/layout/vList2"/>
    <dgm:cxn modelId="{436D4E94-A6AF-47A4-BB67-90E94E6C859E}" type="presParOf" srcId="{44C51D63-D538-4BFE-B7AA-3A8DAFF49335}" destId="{C94126F8-34A1-4973-A890-394CA561C823}" srcOrd="4" destOrd="0" presId="urn:microsoft.com/office/officeart/2005/8/layout/vList2"/>
    <dgm:cxn modelId="{9A1AA9B1-9769-410F-81E2-ABB2FA6DC902}" type="presParOf" srcId="{44C51D63-D538-4BFE-B7AA-3A8DAFF49335}" destId="{CEE47FE1-A603-45D4-992C-099C476A7562}" srcOrd="5" destOrd="0" presId="urn:microsoft.com/office/officeart/2005/8/layout/vList2"/>
    <dgm:cxn modelId="{7D0C3703-31DE-4391-B5B9-F6D45225CD46}" type="presParOf" srcId="{44C51D63-D538-4BFE-B7AA-3A8DAFF49335}" destId="{517B0C0C-3886-4DBE-BC77-D829268BE094}" srcOrd="6" destOrd="0" presId="urn:microsoft.com/office/officeart/2005/8/layout/vList2"/>
    <dgm:cxn modelId="{43DD8309-3F0B-4FC5-8D76-CB4EFDDB180D}" type="presParOf" srcId="{44C51D63-D538-4BFE-B7AA-3A8DAFF49335}" destId="{123E84C7-C455-4701-B1B3-FCDB3C098202}" srcOrd="7" destOrd="0" presId="urn:microsoft.com/office/officeart/2005/8/layout/vList2"/>
    <dgm:cxn modelId="{29724E59-F535-4EA9-B157-C595E5D1D03A}" type="presParOf" srcId="{44C51D63-D538-4BFE-B7AA-3A8DAFF49335}" destId="{FD2DF0B7-FC3C-49C4-9D1F-503E53DC8B9B}" srcOrd="8" destOrd="0" presId="urn:microsoft.com/office/officeart/2005/8/layout/vList2"/>
    <dgm:cxn modelId="{8320D764-EFAB-49B1-9411-16855FAFD2F3}" type="presParOf" srcId="{44C51D63-D538-4BFE-B7AA-3A8DAFF49335}" destId="{ED4913E6-BE7A-4EF9-9BE6-E6DD57CD552F}" srcOrd="9" destOrd="0" presId="urn:microsoft.com/office/officeart/2005/8/layout/vList2"/>
    <dgm:cxn modelId="{FC003268-614A-4F7F-BC90-6CBBEB0C7386}" type="presParOf" srcId="{44C51D63-D538-4BFE-B7AA-3A8DAFF49335}" destId="{A33F49B7-D153-475F-ADEC-9D6753B1AD0C}" srcOrd="10" destOrd="0" presId="urn:microsoft.com/office/officeart/2005/8/layout/vList2"/>
    <dgm:cxn modelId="{4432FBEA-6A60-4DFA-9710-EBF999867E01}" type="presParOf" srcId="{44C51D63-D538-4BFE-B7AA-3A8DAFF49335}" destId="{45CEE79C-8A54-4B3B-8E32-8741736317E1}" srcOrd="11" destOrd="0" presId="urn:microsoft.com/office/officeart/2005/8/layout/vList2"/>
    <dgm:cxn modelId="{CFE8A267-05DE-4D45-B772-7F93A68021D2}" type="presParOf" srcId="{44C51D63-D538-4BFE-B7AA-3A8DAFF49335}" destId="{5778EA24-C62A-4DF3-94F4-297931C41994}" srcOrd="12" destOrd="0" presId="urn:microsoft.com/office/officeart/2005/8/layout/vList2"/>
    <dgm:cxn modelId="{928A3AFA-351F-4BFA-BBA6-061532B3F6B1}" type="presParOf" srcId="{44C51D63-D538-4BFE-B7AA-3A8DAFF49335}" destId="{AB2D091F-6BA8-4420-9626-B525DF5554E3}" srcOrd="13" destOrd="0" presId="urn:microsoft.com/office/officeart/2005/8/layout/vList2"/>
    <dgm:cxn modelId="{393BC29D-B07F-4931-91FD-4716ABA2EA1F}" type="presParOf" srcId="{44C51D63-D538-4BFE-B7AA-3A8DAFF49335}" destId="{05B21448-5488-4505-972D-71A52975FFC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BE25E0F-378D-4BFF-B270-58D59FA8363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0EEE9BB-563C-4243-8015-6C2676CC1CC2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Historical </a:t>
          </a:r>
          <a:r>
            <a:rPr lang="en-US" sz="16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VaR</a:t>
          </a:r>
          <a:endParaRPr lang="en-US" sz="16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BD395F-7D37-40EC-ABD6-C03253FC9DFB}" type="parTrans" cxnId="{2F54107F-AE90-42B6-BB91-10F8B1B83FB2}">
      <dgm:prSet/>
      <dgm:spPr/>
      <dgm:t>
        <a:bodyPr/>
        <a:lstStyle/>
        <a:p>
          <a:endParaRPr lang="en-US"/>
        </a:p>
      </dgm:t>
    </dgm:pt>
    <dgm:pt modelId="{4C6A50E5-DEC1-4E1B-AFA9-C54D67446B59}" type="sibTrans" cxnId="{2F54107F-AE90-42B6-BB91-10F8B1B83FB2}">
      <dgm:prSet/>
      <dgm:spPr/>
      <dgm:t>
        <a:bodyPr/>
        <a:lstStyle/>
        <a:p>
          <a:endParaRPr lang="en-US"/>
        </a:p>
      </dgm:t>
    </dgm:pt>
    <dgm:pt modelId="{FE236C73-8A97-46CE-AF8C-4AFC35020BC5}">
      <dgm:prSet custT="1"/>
      <dgm:spPr/>
      <dgm:t>
        <a:bodyPr/>
        <a:lstStyle/>
        <a:p>
          <a:pPr>
            <a:defRPr cap="all"/>
          </a:pPr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Conditional </a:t>
          </a:r>
          <a:r>
            <a:rPr lang="en-US" sz="1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VaR</a:t>
          </a:r>
          <a:endParaRPr lang="en-US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3611A4-93F0-438D-8B08-531AE182FC18}" type="parTrans" cxnId="{419FA080-A9A7-492D-80F8-996C6C0754F1}">
      <dgm:prSet/>
      <dgm:spPr/>
      <dgm:t>
        <a:bodyPr/>
        <a:lstStyle/>
        <a:p>
          <a:endParaRPr lang="en-US"/>
        </a:p>
      </dgm:t>
    </dgm:pt>
    <dgm:pt modelId="{5AF230B9-31EC-4927-8556-2B46240EC4D8}" type="sibTrans" cxnId="{419FA080-A9A7-492D-80F8-996C6C0754F1}">
      <dgm:prSet/>
      <dgm:spPr/>
      <dgm:t>
        <a:bodyPr/>
        <a:lstStyle/>
        <a:p>
          <a:endParaRPr lang="en-US"/>
        </a:p>
      </dgm:t>
    </dgm:pt>
    <dgm:pt modelId="{D441BF23-39E5-4456-A574-79096243036F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Rolling 90-Day Sharpe</a:t>
          </a:r>
        </a:p>
      </dgm:t>
    </dgm:pt>
    <dgm:pt modelId="{ABFD9C3B-4B42-4FB7-8E59-9E57AF748072}" type="parTrans" cxnId="{BACBDE6B-CD88-4261-87E8-F990FC31540C}">
      <dgm:prSet/>
      <dgm:spPr/>
      <dgm:t>
        <a:bodyPr/>
        <a:lstStyle/>
        <a:p>
          <a:endParaRPr lang="en-US"/>
        </a:p>
      </dgm:t>
    </dgm:pt>
    <dgm:pt modelId="{69501580-568B-44BE-A017-47C0763665DA}" type="sibTrans" cxnId="{BACBDE6B-CD88-4261-87E8-F990FC31540C}">
      <dgm:prSet/>
      <dgm:spPr/>
      <dgm:t>
        <a:bodyPr/>
        <a:lstStyle/>
        <a:p>
          <a:endParaRPr lang="en-US"/>
        </a:p>
      </dgm:t>
    </dgm:pt>
    <dgm:pt modelId="{E8003E6F-CE5B-42EB-9760-38EDE51D53E8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Investor Cohort Analysis</a:t>
          </a:r>
        </a:p>
      </dgm:t>
    </dgm:pt>
    <dgm:pt modelId="{EFA11BB1-130C-44B1-A0AB-DA5AE2745733}" type="parTrans" cxnId="{A4F67251-DE44-4164-979C-A7800CABC200}">
      <dgm:prSet/>
      <dgm:spPr/>
      <dgm:t>
        <a:bodyPr/>
        <a:lstStyle/>
        <a:p>
          <a:endParaRPr lang="en-US"/>
        </a:p>
      </dgm:t>
    </dgm:pt>
    <dgm:pt modelId="{829D1308-F38A-47DF-8A6A-D5A58801CCD9}" type="sibTrans" cxnId="{A4F67251-DE44-4164-979C-A7800CABC200}">
      <dgm:prSet/>
      <dgm:spPr/>
      <dgm:t>
        <a:bodyPr/>
        <a:lstStyle/>
        <a:p>
          <a:endParaRPr lang="en-US"/>
        </a:p>
      </dgm:t>
    </dgm:pt>
    <dgm:pt modelId="{4D0F3A6A-A629-4A6A-B66C-B3395B6A7C62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SIP Continuity Analysis</a:t>
          </a:r>
        </a:p>
      </dgm:t>
    </dgm:pt>
    <dgm:pt modelId="{03AF083C-5A27-484A-B968-95D1D5148BE0}" type="parTrans" cxnId="{AB123E35-4EF8-42BD-ACDC-4F486B1DCD36}">
      <dgm:prSet/>
      <dgm:spPr/>
      <dgm:t>
        <a:bodyPr/>
        <a:lstStyle/>
        <a:p>
          <a:endParaRPr lang="en-US"/>
        </a:p>
      </dgm:t>
    </dgm:pt>
    <dgm:pt modelId="{042F7E2F-F215-4FAF-9239-AF456363E73F}" type="sibTrans" cxnId="{AB123E35-4EF8-42BD-ACDC-4F486B1DCD36}">
      <dgm:prSet/>
      <dgm:spPr/>
      <dgm:t>
        <a:bodyPr/>
        <a:lstStyle/>
        <a:p>
          <a:endParaRPr lang="en-US"/>
        </a:p>
      </dgm:t>
    </dgm:pt>
    <dgm:pt modelId="{3D4255A3-4845-465B-B5CF-66CD06A0FD59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HHI Concentration Analysis</a:t>
          </a:r>
        </a:p>
      </dgm:t>
    </dgm:pt>
    <dgm:pt modelId="{700D70B7-A60F-44B8-A3CA-DF1ED164C625}" type="parTrans" cxnId="{9C84FC2A-C58F-45B2-B846-39CDFA13BDA9}">
      <dgm:prSet/>
      <dgm:spPr/>
      <dgm:t>
        <a:bodyPr/>
        <a:lstStyle/>
        <a:p>
          <a:endParaRPr lang="en-US"/>
        </a:p>
      </dgm:t>
    </dgm:pt>
    <dgm:pt modelId="{3D8AD33F-CAAF-41F3-AE0B-0C4DAB1DBE52}" type="sibTrans" cxnId="{9C84FC2A-C58F-45B2-B846-39CDFA13BDA9}">
      <dgm:prSet/>
      <dgm:spPr/>
      <dgm:t>
        <a:bodyPr/>
        <a:lstStyle/>
        <a:p>
          <a:endParaRPr lang="en-US"/>
        </a:p>
      </dgm:t>
    </dgm:pt>
    <dgm:pt modelId="{78FF1C5B-BCD6-4DCC-B29A-FBC917FE4E4F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Fund Recommendation Engine</a:t>
          </a:r>
        </a:p>
      </dgm:t>
    </dgm:pt>
    <dgm:pt modelId="{6E15CB09-B16C-41D8-AF8F-938DF97351EE}" type="parTrans" cxnId="{7262EB5D-F92B-49C3-B33D-BA9C2E4B7F02}">
      <dgm:prSet/>
      <dgm:spPr/>
      <dgm:t>
        <a:bodyPr/>
        <a:lstStyle/>
        <a:p>
          <a:endParaRPr lang="en-US"/>
        </a:p>
      </dgm:t>
    </dgm:pt>
    <dgm:pt modelId="{959DF2AA-276F-4FE2-8FA5-EF5EFDC00781}" type="sibTrans" cxnId="{7262EB5D-F92B-49C3-B33D-BA9C2E4B7F02}">
      <dgm:prSet/>
      <dgm:spPr/>
      <dgm:t>
        <a:bodyPr/>
        <a:lstStyle/>
        <a:p>
          <a:endParaRPr lang="en-US"/>
        </a:p>
      </dgm:t>
    </dgm:pt>
    <dgm:pt modelId="{B75AB3A8-74CF-49B6-8CA1-0781CCCEF913}" type="pres">
      <dgm:prSet presAssocID="{FBE25E0F-378D-4BFF-B270-58D59FA83637}" presName="root" presStyleCnt="0">
        <dgm:presLayoutVars>
          <dgm:dir/>
          <dgm:resizeHandles val="exact"/>
        </dgm:presLayoutVars>
      </dgm:prSet>
      <dgm:spPr/>
    </dgm:pt>
    <dgm:pt modelId="{A5987C94-9F83-458A-8685-96AAA23DC4A5}" type="pres">
      <dgm:prSet presAssocID="{90EEE9BB-563C-4243-8015-6C2676CC1CC2}" presName="compNode" presStyleCnt="0"/>
      <dgm:spPr/>
    </dgm:pt>
    <dgm:pt modelId="{1363D7B5-4695-40FE-B5B1-7FCEF702CC53}" type="pres">
      <dgm:prSet presAssocID="{90EEE9BB-563C-4243-8015-6C2676CC1CC2}" presName="iconBgRect" presStyleLbl="bgShp" presStyleIdx="0" presStyleCnt="7"/>
      <dgm:spPr/>
    </dgm:pt>
    <dgm:pt modelId="{DA05F31B-A27F-4A80-80F9-B056B3B4D5E0}" type="pres">
      <dgm:prSet presAssocID="{90EEE9BB-563C-4243-8015-6C2676CC1CC2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2DB5AB6-6A00-41EE-98DE-40036CBEF020}" type="pres">
      <dgm:prSet presAssocID="{90EEE9BB-563C-4243-8015-6C2676CC1CC2}" presName="spaceRect" presStyleCnt="0"/>
      <dgm:spPr/>
    </dgm:pt>
    <dgm:pt modelId="{E58ECF8A-DA6E-47A2-B05E-88153BFEA7AA}" type="pres">
      <dgm:prSet presAssocID="{90EEE9BB-563C-4243-8015-6C2676CC1CC2}" presName="textRect" presStyleLbl="revTx" presStyleIdx="0" presStyleCnt="7">
        <dgm:presLayoutVars>
          <dgm:chMax val="1"/>
          <dgm:chPref val="1"/>
        </dgm:presLayoutVars>
      </dgm:prSet>
      <dgm:spPr/>
    </dgm:pt>
    <dgm:pt modelId="{98A34BD3-E96C-4634-8D2D-4C94782B191A}" type="pres">
      <dgm:prSet presAssocID="{4C6A50E5-DEC1-4E1B-AFA9-C54D67446B59}" presName="sibTrans" presStyleCnt="0"/>
      <dgm:spPr/>
    </dgm:pt>
    <dgm:pt modelId="{15AA686C-7059-4351-B991-4B9B06016F6F}" type="pres">
      <dgm:prSet presAssocID="{FE236C73-8A97-46CE-AF8C-4AFC35020BC5}" presName="compNode" presStyleCnt="0"/>
      <dgm:spPr/>
    </dgm:pt>
    <dgm:pt modelId="{E74A9E00-D730-48FF-8103-8F2708649C10}" type="pres">
      <dgm:prSet presAssocID="{FE236C73-8A97-46CE-AF8C-4AFC35020BC5}" presName="iconBgRect" presStyleLbl="bgShp" presStyleIdx="1" presStyleCnt="7"/>
      <dgm:spPr/>
    </dgm:pt>
    <dgm:pt modelId="{D3C3BD27-35D0-4836-B514-728B29622983}" type="pres">
      <dgm:prSet presAssocID="{FE236C73-8A97-46CE-AF8C-4AFC35020BC5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6D156D3-D78E-4F69-9209-2ED5462D274C}" type="pres">
      <dgm:prSet presAssocID="{FE236C73-8A97-46CE-AF8C-4AFC35020BC5}" presName="spaceRect" presStyleCnt="0"/>
      <dgm:spPr/>
    </dgm:pt>
    <dgm:pt modelId="{39404609-8C9E-42D1-9AB2-1CF524B073E5}" type="pres">
      <dgm:prSet presAssocID="{FE236C73-8A97-46CE-AF8C-4AFC35020BC5}" presName="textRect" presStyleLbl="revTx" presStyleIdx="1" presStyleCnt="7">
        <dgm:presLayoutVars>
          <dgm:chMax val="1"/>
          <dgm:chPref val="1"/>
        </dgm:presLayoutVars>
      </dgm:prSet>
      <dgm:spPr/>
    </dgm:pt>
    <dgm:pt modelId="{41CFDCFF-4B39-4CE1-BDB5-1F674486D7A6}" type="pres">
      <dgm:prSet presAssocID="{5AF230B9-31EC-4927-8556-2B46240EC4D8}" presName="sibTrans" presStyleCnt="0"/>
      <dgm:spPr/>
    </dgm:pt>
    <dgm:pt modelId="{8835B836-1A71-414F-B53A-7BF6F4D13150}" type="pres">
      <dgm:prSet presAssocID="{D441BF23-39E5-4456-A574-79096243036F}" presName="compNode" presStyleCnt="0"/>
      <dgm:spPr/>
    </dgm:pt>
    <dgm:pt modelId="{756B80D7-C134-4CED-AE40-E168F9FD06CA}" type="pres">
      <dgm:prSet presAssocID="{D441BF23-39E5-4456-A574-79096243036F}" presName="iconBgRect" presStyleLbl="bgShp" presStyleIdx="2" presStyleCnt="7"/>
      <dgm:spPr/>
    </dgm:pt>
    <dgm:pt modelId="{1E57F800-852C-476A-952C-1A71B7BF5982}" type="pres">
      <dgm:prSet presAssocID="{D441BF23-39E5-4456-A574-79096243036F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w blade"/>
        </a:ext>
      </dgm:extLst>
    </dgm:pt>
    <dgm:pt modelId="{00F9BBA2-12ED-49F2-A9A2-BB7EAD550FDC}" type="pres">
      <dgm:prSet presAssocID="{D441BF23-39E5-4456-A574-79096243036F}" presName="spaceRect" presStyleCnt="0"/>
      <dgm:spPr/>
    </dgm:pt>
    <dgm:pt modelId="{25555528-CF61-4C93-A6E9-3B16D202A3CB}" type="pres">
      <dgm:prSet presAssocID="{D441BF23-39E5-4456-A574-79096243036F}" presName="textRect" presStyleLbl="revTx" presStyleIdx="2" presStyleCnt="7">
        <dgm:presLayoutVars>
          <dgm:chMax val="1"/>
          <dgm:chPref val="1"/>
        </dgm:presLayoutVars>
      </dgm:prSet>
      <dgm:spPr/>
    </dgm:pt>
    <dgm:pt modelId="{56F23F58-689E-4C39-AA12-B4700A0691B2}" type="pres">
      <dgm:prSet presAssocID="{69501580-568B-44BE-A017-47C0763665DA}" presName="sibTrans" presStyleCnt="0"/>
      <dgm:spPr/>
    </dgm:pt>
    <dgm:pt modelId="{4ECFBEED-11E9-4BC6-8067-114C6AD8FB7C}" type="pres">
      <dgm:prSet presAssocID="{E8003E6F-CE5B-42EB-9760-38EDE51D53E8}" presName="compNode" presStyleCnt="0"/>
      <dgm:spPr/>
    </dgm:pt>
    <dgm:pt modelId="{6A884906-D410-4C29-A4AD-282B6E35AF18}" type="pres">
      <dgm:prSet presAssocID="{E8003E6F-CE5B-42EB-9760-38EDE51D53E8}" presName="iconBgRect" presStyleLbl="bgShp" presStyleIdx="3" presStyleCnt="7"/>
      <dgm:spPr/>
    </dgm:pt>
    <dgm:pt modelId="{D3097938-9A03-43C2-B1FD-55E547FBFDB7}" type="pres">
      <dgm:prSet presAssocID="{E8003E6F-CE5B-42EB-9760-38EDE51D53E8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7AEF0A2-6B76-4F8A-8883-A653515A2518}" type="pres">
      <dgm:prSet presAssocID="{E8003E6F-CE5B-42EB-9760-38EDE51D53E8}" presName="spaceRect" presStyleCnt="0"/>
      <dgm:spPr/>
    </dgm:pt>
    <dgm:pt modelId="{83AD97C9-3005-4199-8DCE-961E00D60A8F}" type="pres">
      <dgm:prSet presAssocID="{E8003E6F-CE5B-42EB-9760-38EDE51D53E8}" presName="textRect" presStyleLbl="revTx" presStyleIdx="3" presStyleCnt="7">
        <dgm:presLayoutVars>
          <dgm:chMax val="1"/>
          <dgm:chPref val="1"/>
        </dgm:presLayoutVars>
      </dgm:prSet>
      <dgm:spPr/>
    </dgm:pt>
    <dgm:pt modelId="{440F302D-5C9B-40EE-90E0-A5FC733DB4D5}" type="pres">
      <dgm:prSet presAssocID="{829D1308-F38A-47DF-8A6A-D5A58801CCD9}" presName="sibTrans" presStyleCnt="0"/>
      <dgm:spPr/>
    </dgm:pt>
    <dgm:pt modelId="{01E743F8-F435-4A9D-B6E5-5A691555D60E}" type="pres">
      <dgm:prSet presAssocID="{4D0F3A6A-A629-4A6A-B66C-B3395B6A7C62}" presName="compNode" presStyleCnt="0"/>
      <dgm:spPr/>
    </dgm:pt>
    <dgm:pt modelId="{E5E430ED-F6B6-483E-96E1-13FC3EF089B3}" type="pres">
      <dgm:prSet presAssocID="{4D0F3A6A-A629-4A6A-B66C-B3395B6A7C62}" presName="iconBgRect" presStyleLbl="bgShp" presStyleIdx="4" presStyleCnt="7"/>
      <dgm:spPr/>
    </dgm:pt>
    <dgm:pt modelId="{EAC361A8-DFF9-4187-97A0-9BB7D3D773EF}" type="pres">
      <dgm:prSet presAssocID="{4D0F3A6A-A629-4A6A-B66C-B3395B6A7C62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4779DA6-D650-482A-B5A6-C139E881672C}" type="pres">
      <dgm:prSet presAssocID="{4D0F3A6A-A629-4A6A-B66C-B3395B6A7C62}" presName="spaceRect" presStyleCnt="0"/>
      <dgm:spPr/>
    </dgm:pt>
    <dgm:pt modelId="{D283D775-6247-4FE6-810C-88F9F17E3FB7}" type="pres">
      <dgm:prSet presAssocID="{4D0F3A6A-A629-4A6A-B66C-B3395B6A7C62}" presName="textRect" presStyleLbl="revTx" presStyleIdx="4" presStyleCnt="7">
        <dgm:presLayoutVars>
          <dgm:chMax val="1"/>
          <dgm:chPref val="1"/>
        </dgm:presLayoutVars>
      </dgm:prSet>
      <dgm:spPr/>
    </dgm:pt>
    <dgm:pt modelId="{17F9A1FA-B7BB-49A9-88BA-70644CE0C163}" type="pres">
      <dgm:prSet presAssocID="{042F7E2F-F215-4FAF-9239-AF456363E73F}" presName="sibTrans" presStyleCnt="0"/>
      <dgm:spPr/>
    </dgm:pt>
    <dgm:pt modelId="{46ED6A63-8EFE-4BAD-B025-9198A4CF0AB5}" type="pres">
      <dgm:prSet presAssocID="{3D4255A3-4845-465B-B5CF-66CD06A0FD59}" presName="compNode" presStyleCnt="0"/>
      <dgm:spPr/>
    </dgm:pt>
    <dgm:pt modelId="{D7D1CEA2-37DB-429E-9040-6360E76F2F00}" type="pres">
      <dgm:prSet presAssocID="{3D4255A3-4845-465B-B5CF-66CD06A0FD59}" presName="iconBgRect" presStyleLbl="bgShp" presStyleIdx="5" presStyleCnt="7"/>
      <dgm:spPr/>
    </dgm:pt>
    <dgm:pt modelId="{2848E908-C492-46F4-8EC3-5906885323CB}" type="pres">
      <dgm:prSet presAssocID="{3D4255A3-4845-465B-B5CF-66CD06A0FD59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2C31A897-2909-4779-AFC2-FB90E34C955C}" type="pres">
      <dgm:prSet presAssocID="{3D4255A3-4845-465B-B5CF-66CD06A0FD59}" presName="spaceRect" presStyleCnt="0"/>
      <dgm:spPr/>
    </dgm:pt>
    <dgm:pt modelId="{41D223D8-5B5C-4B85-8FA8-4CDD2057D394}" type="pres">
      <dgm:prSet presAssocID="{3D4255A3-4845-465B-B5CF-66CD06A0FD59}" presName="textRect" presStyleLbl="revTx" presStyleIdx="5" presStyleCnt="7">
        <dgm:presLayoutVars>
          <dgm:chMax val="1"/>
          <dgm:chPref val="1"/>
        </dgm:presLayoutVars>
      </dgm:prSet>
      <dgm:spPr/>
    </dgm:pt>
    <dgm:pt modelId="{C1B613FB-E670-468C-B4A6-FE1703EC1F19}" type="pres">
      <dgm:prSet presAssocID="{3D8AD33F-CAAF-41F3-AE0B-0C4DAB1DBE52}" presName="sibTrans" presStyleCnt="0"/>
      <dgm:spPr/>
    </dgm:pt>
    <dgm:pt modelId="{C0B1824A-A30E-4035-95FF-C93273149A2E}" type="pres">
      <dgm:prSet presAssocID="{78FF1C5B-BCD6-4DCC-B29A-FBC917FE4E4F}" presName="compNode" presStyleCnt="0"/>
      <dgm:spPr/>
    </dgm:pt>
    <dgm:pt modelId="{511E3B5C-77E8-4300-B4A0-20D25AED6B86}" type="pres">
      <dgm:prSet presAssocID="{78FF1C5B-BCD6-4DCC-B29A-FBC917FE4E4F}" presName="iconBgRect" presStyleLbl="bgShp" presStyleIdx="6" presStyleCnt="7"/>
      <dgm:spPr/>
    </dgm:pt>
    <dgm:pt modelId="{6C6958F5-8A55-4830-9FE9-A2D50E0AA3EF}" type="pres">
      <dgm:prSet presAssocID="{78FF1C5B-BCD6-4DCC-B29A-FBC917FE4E4F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FE7D379-38BC-450D-B004-5D2D56E2C3F3}" type="pres">
      <dgm:prSet presAssocID="{78FF1C5B-BCD6-4DCC-B29A-FBC917FE4E4F}" presName="spaceRect" presStyleCnt="0"/>
      <dgm:spPr/>
    </dgm:pt>
    <dgm:pt modelId="{AAA0D22F-EFE4-408B-8C17-BA30CF251223}" type="pres">
      <dgm:prSet presAssocID="{78FF1C5B-BCD6-4DCC-B29A-FBC917FE4E4F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BCB88615-5A5F-4C9D-A887-DF0E655FB963}" type="presOf" srcId="{FBE25E0F-378D-4BFF-B270-58D59FA83637}" destId="{B75AB3A8-74CF-49B6-8CA1-0781CCCEF913}" srcOrd="0" destOrd="0" presId="urn:microsoft.com/office/officeart/2018/5/layout/IconCircleLabelList"/>
    <dgm:cxn modelId="{9C84FC2A-C58F-45B2-B846-39CDFA13BDA9}" srcId="{FBE25E0F-378D-4BFF-B270-58D59FA83637}" destId="{3D4255A3-4845-465B-B5CF-66CD06A0FD59}" srcOrd="5" destOrd="0" parTransId="{700D70B7-A60F-44B8-A3CA-DF1ED164C625}" sibTransId="{3D8AD33F-CAAF-41F3-AE0B-0C4DAB1DBE52}"/>
    <dgm:cxn modelId="{AB123E35-4EF8-42BD-ACDC-4F486B1DCD36}" srcId="{FBE25E0F-378D-4BFF-B270-58D59FA83637}" destId="{4D0F3A6A-A629-4A6A-B66C-B3395B6A7C62}" srcOrd="4" destOrd="0" parTransId="{03AF083C-5A27-484A-B968-95D1D5148BE0}" sibTransId="{042F7E2F-F215-4FAF-9239-AF456363E73F}"/>
    <dgm:cxn modelId="{7262EB5D-F92B-49C3-B33D-BA9C2E4B7F02}" srcId="{FBE25E0F-378D-4BFF-B270-58D59FA83637}" destId="{78FF1C5B-BCD6-4DCC-B29A-FBC917FE4E4F}" srcOrd="6" destOrd="0" parTransId="{6E15CB09-B16C-41D8-AF8F-938DF97351EE}" sibTransId="{959DF2AA-276F-4FE2-8FA5-EF5EFDC00781}"/>
    <dgm:cxn modelId="{BACBDE6B-CD88-4261-87E8-F990FC31540C}" srcId="{FBE25E0F-378D-4BFF-B270-58D59FA83637}" destId="{D441BF23-39E5-4456-A574-79096243036F}" srcOrd="2" destOrd="0" parTransId="{ABFD9C3B-4B42-4FB7-8E59-9E57AF748072}" sibTransId="{69501580-568B-44BE-A017-47C0763665DA}"/>
    <dgm:cxn modelId="{A4F67251-DE44-4164-979C-A7800CABC200}" srcId="{FBE25E0F-378D-4BFF-B270-58D59FA83637}" destId="{E8003E6F-CE5B-42EB-9760-38EDE51D53E8}" srcOrd="3" destOrd="0" parTransId="{EFA11BB1-130C-44B1-A0AB-DA5AE2745733}" sibTransId="{829D1308-F38A-47DF-8A6A-D5A58801CCD9}"/>
    <dgm:cxn modelId="{2F54107F-AE90-42B6-BB91-10F8B1B83FB2}" srcId="{FBE25E0F-378D-4BFF-B270-58D59FA83637}" destId="{90EEE9BB-563C-4243-8015-6C2676CC1CC2}" srcOrd="0" destOrd="0" parTransId="{FDBD395F-7D37-40EC-ABD6-C03253FC9DFB}" sibTransId="{4C6A50E5-DEC1-4E1B-AFA9-C54D67446B59}"/>
    <dgm:cxn modelId="{419FA080-A9A7-492D-80F8-996C6C0754F1}" srcId="{FBE25E0F-378D-4BFF-B270-58D59FA83637}" destId="{FE236C73-8A97-46CE-AF8C-4AFC35020BC5}" srcOrd="1" destOrd="0" parTransId="{C53611A4-93F0-438D-8B08-531AE182FC18}" sibTransId="{5AF230B9-31EC-4927-8556-2B46240EC4D8}"/>
    <dgm:cxn modelId="{B53F048E-6118-4093-9AB9-B3C3EA7DA25C}" type="presOf" srcId="{4D0F3A6A-A629-4A6A-B66C-B3395B6A7C62}" destId="{D283D775-6247-4FE6-810C-88F9F17E3FB7}" srcOrd="0" destOrd="0" presId="urn:microsoft.com/office/officeart/2018/5/layout/IconCircleLabelList"/>
    <dgm:cxn modelId="{9A4BB99C-5B67-4892-87A2-A165A1E9F3A6}" type="presOf" srcId="{FE236C73-8A97-46CE-AF8C-4AFC35020BC5}" destId="{39404609-8C9E-42D1-9AB2-1CF524B073E5}" srcOrd="0" destOrd="0" presId="urn:microsoft.com/office/officeart/2018/5/layout/IconCircleLabelList"/>
    <dgm:cxn modelId="{824DA5A8-8AEB-487E-8634-2B8846C24D97}" type="presOf" srcId="{90EEE9BB-563C-4243-8015-6C2676CC1CC2}" destId="{E58ECF8A-DA6E-47A2-B05E-88153BFEA7AA}" srcOrd="0" destOrd="0" presId="urn:microsoft.com/office/officeart/2018/5/layout/IconCircleLabelList"/>
    <dgm:cxn modelId="{6D698AC4-1D17-4BEC-A550-EF8917B68178}" type="presOf" srcId="{3D4255A3-4845-465B-B5CF-66CD06A0FD59}" destId="{41D223D8-5B5C-4B85-8FA8-4CDD2057D394}" srcOrd="0" destOrd="0" presId="urn:microsoft.com/office/officeart/2018/5/layout/IconCircleLabelList"/>
    <dgm:cxn modelId="{49D762D7-DB4C-4177-B6F9-0E6F20587D99}" type="presOf" srcId="{E8003E6F-CE5B-42EB-9760-38EDE51D53E8}" destId="{83AD97C9-3005-4199-8DCE-961E00D60A8F}" srcOrd="0" destOrd="0" presId="urn:microsoft.com/office/officeart/2018/5/layout/IconCircleLabelList"/>
    <dgm:cxn modelId="{072D0DD8-984A-45A6-86A0-B4639CCA5632}" type="presOf" srcId="{D441BF23-39E5-4456-A574-79096243036F}" destId="{25555528-CF61-4C93-A6E9-3B16D202A3CB}" srcOrd="0" destOrd="0" presId="urn:microsoft.com/office/officeart/2018/5/layout/IconCircleLabelList"/>
    <dgm:cxn modelId="{6BE415ED-1DDF-4705-90C4-BBC91D19D7B9}" type="presOf" srcId="{78FF1C5B-BCD6-4DCC-B29A-FBC917FE4E4F}" destId="{AAA0D22F-EFE4-408B-8C17-BA30CF251223}" srcOrd="0" destOrd="0" presId="urn:microsoft.com/office/officeart/2018/5/layout/IconCircleLabelList"/>
    <dgm:cxn modelId="{1245DF18-F835-4966-BBE7-CB891A66F505}" type="presParOf" srcId="{B75AB3A8-74CF-49B6-8CA1-0781CCCEF913}" destId="{A5987C94-9F83-458A-8685-96AAA23DC4A5}" srcOrd="0" destOrd="0" presId="urn:microsoft.com/office/officeart/2018/5/layout/IconCircleLabelList"/>
    <dgm:cxn modelId="{50B04A07-24E8-4E93-B499-E4D181DECFDB}" type="presParOf" srcId="{A5987C94-9F83-458A-8685-96AAA23DC4A5}" destId="{1363D7B5-4695-40FE-B5B1-7FCEF702CC53}" srcOrd="0" destOrd="0" presId="urn:microsoft.com/office/officeart/2018/5/layout/IconCircleLabelList"/>
    <dgm:cxn modelId="{50C1C30B-8410-47E3-9D8D-8D9F50C924BD}" type="presParOf" srcId="{A5987C94-9F83-458A-8685-96AAA23DC4A5}" destId="{DA05F31B-A27F-4A80-80F9-B056B3B4D5E0}" srcOrd="1" destOrd="0" presId="urn:microsoft.com/office/officeart/2018/5/layout/IconCircleLabelList"/>
    <dgm:cxn modelId="{78ADE9DF-D4C2-4EAC-B851-4667E479F966}" type="presParOf" srcId="{A5987C94-9F83-458A-8685-96AAA23DC4A5}" destId="{72DB5AB6-6A00-41EE-98DE-40036CBEF020}" srcOrd="2" destOrd="0" presId="urn:microsoft.com/office/officeart/2018/5/layout/IconCircleLabelList"/>
    <dgm:cxn modelId="{A44AAEF8-F2C9-47E2-82BE-29FAB2CC2E32}" type="presParOf" srcId="{A5987C94-9F83-458A-8685-96AAA23DC4A5}" destId="{E58ECF8A-DA6E-47A2-B05E-88153BFEA7AA}" srcOrd="3" destOrd="0" presId="urn:microsoft.com/office/officeart/2018/5/layout/IconCircleLabelList"/>
    <dgm:cxn modelId="{6EB18940-988C-474C-905E-ADF63B0482D9}" type="presParOf" srcId="{B75AB3A8-74CF-49B6-8CA1-0781CCCEF913}" destId="{98A34BD3-E96C-4634-8D2D-4C94782B191A}" srcOrd="1" destOrd="0" presId="urn:microsoft.com/office/officeart/2018/5/layout/IconCircleLabelList"/>
    <dgm:cxn modelId="{A32F99DE-1098-48D0-96AA-EDF952EDEC2C}" type="presParOf" srcId="{B75AB3A8-74CF-49B6-8CA1-0781CCCEF913}" destId="{15AA686C-7059-4351-B991-4B9B06016F6F}" srcOrd="2" destOrd="0" presId="urn:microsoft.com/office/officeart/2018/5/layout/IconCircleLabelList"/>
    <dgm:cxn modelId="{1920D525-9FEB-408D-A19A-C491125D0710}" type="presParOf" srcId="{15AA686C-7059-4351-B991-4B9B06016F6F}" destId="{E74A9E00-D730-48FF-8103-8F2708649C10}" srcOrd="0" destOrd="0" presId="urn:microsoft.com/office/officeart/2018/5/layout/IconCircleLabelList"/>
    <dgm:cxn modelId="{877F0C21-8C68-47A5-A3DF-9E0FC8D11486}" type="presParOf" srcId="{15AA686C-7059-4351-B991-4B9B06016F6F}" destId="{D3C3BD27-35D0-4836-B514-728B29622983}" srcOrd="1" destOrd="0" presId="urn:microsoft.com/office/officeart/2018/5/layout/IconCircleLabelList"/>
    <dgm:cxn modelId="{976EE175-44C9-40F9-97FE-7416E7433021}" type="presParOf" srcId="{15AA686C-7059-4351-B991-4B9B06016F6F}" destId="{16D156D3-D78E-4F69-9209-2ED5462D274C}" srcOrd="2" destOrd="0" presId="urn:microsoft.com/office/officeart/2018/5/layout/IconCircleLabelList"/>
    <dgm:cxn modelId="{433CE1C6-7F83-4654-A20C-7E3E8C24A91F}" type="presParOf" srcId="{15AA686C-7059-4351-B991-4B9B06016F6F}" destId="{39404609-8C9E-42D1-9AB2-1CF524B073E5}" srcOrd="3" destOrd="0" presId="urn:microsoft.com/office/officeart/2018/5/layout/IconCircleLabelList"/>
    <dgm:cxn modelId="{EC6EBEB5-9B3C-499A-B09F-48680CF38EB6}" type="presParOf" srcId="{B75AB3A8-74CF-49B6-8CA1-0781CCCEF913}" destId="{41CFDCFF-4B39-4CE1-BDB5-1F674486D7A6}" srcOrd="3" destOrd="0" presId="urn:microsoft.com/office/officeart/2018/5/layout/IconCircleLabelList"/>
    <dgm:cxn modelId="{B4E2917D-4488-4494-B5C0-6C6A42C37085}" type="presParOf" srcId="{B75AB3A8-74CF-49B6-8CA1-0781CCCEF913}" destId="{8835B836-1A71-414F-B53A-7BF6F4D13150}" srcOrd="4" destOrd="0" presId="urn:microsoft.com/office/officeart/2018/5/layout/IconCircleLabelList"/>
    <dgm:cxn modelId="{05AB974E-54B4-438E-B540-733D4240431A}" type="presParOf" srcId="{8835B836-1A71-414F-B53A-7BF6F4D13150}" destId="{756B80D7-C134-4CED-AE40-E168F9FD06CA}" srcOrd="0" destOrd="0" presId="urn:microsoft.com/office/officeart/2018/5/layout/IconCircleLabelList"/>
    <dgm:cxn modelId="{AA8C6BEA-967A-4B56-91E3-48FFF7C78263}" type="presParOf" srcId="{8835B836-1A71-414F-B53A-7BF6F4D13150}" destId="{1E57F800-852C-476A-952C-1A71B7BF5982}" srcOrd="1" destOrd="0" presId="urn:microsoft.com/office/officeart/2018/5/layout/IconCircleLabelList"/>
    <dgm:cxn modelId="{EA078B61-99A3-4130-94E5-09F263F75B97}" type="presParOf" srcId="{8835B836-1A71-414F-B53A-7BF6F4D13150}" destId="{00F9BBA2-12ED-49F2-A9A2-BB7EAD550FDC}" srcOrd="2" destOrd="0" presId="urn:microsoft.com/office/officeart/2018/5/layout/IconCircleLabelList"/>
    <dgm:cxn modelId="{C7C2B63B-ED3A-4F3F-8D90-78DC854E2E88}" type="presParOf" srcId="{8835B836-1A71-414F-B53A-7BF6F4D13150}" destId="{25555528-CF61-4C93-A6E9-3B16D202A3CB}" srcOrd="3" destOrd="0" presId="urn:microsoft.com/office/officeart/2018/5/layout/IconCircleLabelList"/>
    <dgm:cxn modelId="{2311FEE6-60ED-4903-A780-0F9726773514}" type="presParOf" srcId="{B75AB3A8-74CF-49B6-8CA1-0781CCCEF913}" destId="{56F23F58-689E-4C39-AA12-B4700A0691B2}" srcOrd="5" destOrd="0" presId="urn:microsoft.com/office/officeart/2018/5/layout/IconCircleLabelList"/>
    <dgm:cxn modelId="{3B5E50FE-93AF-466B-96D2-0359316664F6}" type="presParOf" srcId="{B75AB3A8-74CF-49B6-8CA1-0781CCCEF913}" destId="{4ECFBEED-11E9-4BC6-8067-114C6AD8FB7C}" srcOrd="6" destOrd="0" presId="urn:microsoft.com/office/officeart/2018/5/layout/IconCircleLabelList"/>
    <dgm:cxn modelId="{C6E643D1-BA94-4BDA-9BDA-5821EE1ADC41}" type="presParOf" srcId="{4ECFBEED-11E9-4BC6-8067-114C6AD8FB7C}" destId="{6A884906-D410-4C29-A4AD-282B6E35AF18}" srcOrd="0" destOrd="0" presId="urn:microsoft.com/office/officeart/2018/5/layout/IconCircleLabelList"/>
    <dgm:cxn modelId="{94FCDF20-C234-4D0C-BE57-00D674A02539}" type="presParOf" srcId="{4ECFBEED-11E9-4BC6-8067-114C6AD8FB7C}" destId="{D3097938-9A03-43C2-B1FD-55E547FBFDB7}" srcOrd="1" destOrd="0" presId="urn:microsoft.com/office/officeart/2018/5/layout/IconCircleLabelList"/>
    <dgm:cxn modelId="{32846C48-4F99-42D6-962B-4DCF2024F8AC}" type="presParOf" srcId="{4ECFBEED-11E9-4BC6-8067-114C6AD8FB7C}" destId="{17AEF0A2-6B76-4F8A-8883-A653515A2518}" srcOrd="2" destOrd="0" presId="urn:microsoft.com/office/officeart/2018/5/layout/IconCircleLabelList"/>
    <dgm:cxn modelId="{B4DFCE5D-4D82-423E-A771-07CF91A0B19A}" type="presParOf" srcId="{4ECFBEED-11E9-4BC6-8067-114C6AD8FB7C}" destId="{83AD97C9-3005-4199-8DCE-961E00D60A8F}" srcOrd="3" destOrd="0" presId="urn:microsoft.com/office/officeart/2018/5/layout/IconCircleLabelList"/>
    <dgm:cxn modelId="{1E588A7F-14C9-43F6-9FA7-BED622C7EAA4}" type="presParOf" srcId="{B75AB3A8-74CF-49B6-8CA1-0781CCCEF913}" destId="{440F302D-5C9B-40EE-90E0-A5FC733DB4D5}" srcOrd="7" destOrd="0" presId="urn:microsoft.com/office/officeart/2018/5/layout/IconCircleLabelList"/>
    <dgm:cxn modelId="{0BF9491C-F2EB-47E6-A213-00AD511428DE}" type="presParOf" srcId="{B75AB3A8-74CF-49B6-8CA1-0781CCCEF913}" destId="{01E743F8-F435-4A9D-B6E5-5A691555D60E}" srcOrd="8" destOrd="0" presId="urn:microsoft.com/office/officeart/2018/5/layout/IconCircleLabelList"/>
    <dgm:cxn modelId="{B7367517-66C5-4711-A882-018637EF05AF}" type="presParOf" srcId="{01E743F8-F435-4A9D-B6E5-5A691555D60E}" destId="{E5E430ED-F6B6-483E-96E1-13FC3EF089B3}" srcOrd="0" destOrd="0" presId="urn:microsoft.com/office/officeart/2018/5/layout/IconCircleLabelList"/>
    <dgm:cxn modelId="{1545F8F1-0114-4315-99E1-8A1C3C7A98E1}" type="presParOf" srcId="{01E743F8-F435-4A9D-B6E5-5A691555D60E}" destId="{EAC361A8-DFF9-4187-97A0-9BB7D3D773EF}" srcOrd="1" destOrd="0" presId="urn:microsoft.com/office/officeart/2018/5/layout/IconCircleLabelList"/>
    <dgm:cxn modelId="{478001C6-BC7A-483B-A054-4DC9B5C9997C}" type="presParOf" srcId="{01E743F8-F435-4A9D-B6E5-5A691555D60E}" destId="{24779DA6-D650-482A-B5A6-C139E881672C}" srcOrd="2" destOrd="0" presId="urn:microsoft.com/office/officeart/2018/5/layout/IconCircleLabelList"/>
    <dgm:cxn modelId="{95A05D34-E1E9-4C0F-BC9D-1A8889E1AC81}" type="presParOf" srcId="{01E743F8-F435-4A9D-B6E5-5A691555D60E}" destId="{D283D775-6247-4FE6-810C-88F9F17E3FB7}" srcOrd="3" destOrd="0" presId="urn:microsoft.com/office/officeart/2018/5/layout/IconCircleLabelList"/>
    <dgm:cxn modelId="{C5963D6B-3DE2-41D8-A3E9-612ECBA71234}" type="presParOf" srcId="{B75AB3A8-74CF-49B6-8CA1-0781CCCEF913}" destId="{17F9A1FA-B7BB-49A9-88BA-70644CE0C163}" srcOrd="9" destOrd="0" presId="urn:microsoft.com/office/officeart/2018/5/layout/IconCircleLabelList"/>
    <dgm:cxn modelId="{AA5BF732-9824-4A36-B715-AC03D8DFE0CD}" type="presParOf" srcId="{B75AB3A8-74CF-49B6-8CA1-0781CCCEF913}" destId="{46ED6A63-8EFE-4BAD-B025-9198A4CF0AB5}" srcOrd="10" destOrd="0" presId="urn:microsoft.com/office/officeart/2018/5/layout/IconCircleLabelList"/>
    <dgm:cxn modelId="{16833FF7-4FD0-4305-B3D3-0A13B23192C9}" type="presParOf" srcId="{46ED6A63-8EFE-4BAD-B025-9198A4CF0AB5}" destId="{D7D1CEA2-37DB-429E-9040-6360E76F2F00}" srcOrd="0" destOrd="0" presId="urn:microsoft.com/office/officeart/2018/5/layout/IconCircleLabelList"/>
    <dgm:cxn modelId="{5DCA0DDA-85ED-40AF-818B-F290888D59B8}" type="presParOf" srcId="{46ED6A63-8EFE-4BAD-B025-9198A4CF0AB5}" destId="{2848E908-C492-46F4-8EC3-5906885323CB}" srcOrd="1" destOrd="0" presId="urn:microsoft.com/office/officeart/2018/5/layout/IconCircleLabelList"/>
    <dgm:cxn modelId="{4BDBADB5-CDB6-4278-8EFF-7999DFDA16C2}" type="presParOf" srcId="{46ED6A63-8EFE-4BAD-B025-9198A4CF0AB5}" destId="{2C31A897-2909-4779-AFC2-FB90E34C955C}" srcOrd="2" destOrd="0" presId="urn:microsoft.com/office/officeart/2018/5/layout/IconCircleLabelList"/>
    <dgm:cxn modelId="{DEF04F79-71E8-4D31-B2B7-374D4AF0D63D}" type="presParOf" srcId="{46ED6A63-8EFE-4BAD-B025-9198A4CF0AB5}" destId="{41D223D8-5B5C-4B85-8FA8-4CDD2057D394}" srcOrd="3" destOrd="0" presId="urn:microsoft.com/office/officeart/2018/5/layout/IconCircleLabelList"/>
    <dgm:cxn modelId="{0BD5F5D0-4C5D-4A2B-918A-EDE565185205}" type="presParOf" srcId="{B75AB3A8-74CF-49B6-8CA1-0781CCCEF913}" destId="{C1B613FB-E670-468C-B4A6-FE1703EC1F19}" srcOrd="11" destOrd="0" presId="urn:microsoft.com/office/officeart/2018/5/layout/IconCircleLabelList"/>
    <dgm:cxn modelId="{8C1EA709-6408-495D-89CD-E19C3C5AD80A}" type="presParOf" srcId="{B75AB3A8-74CF-49B6-8CA1-0781CCCEF913}" destId="{C0B1824A-A30E-4035-95FF-C93273149A2E}" srcOrd="12" destOrd="0" presId="urn:microsoft.com/office/officeart/2018/5/layout/IconCircleLabelList"/>
    <dgm:cxn modelId="{C6A49A70-9D95-407E-916E-FC29F7F7508C}" type="presParOf" srcId="{C0B1824A-A30E-4035-95FF-C93273149A2E}" destId="{511E3B5C-77E8-4300-B4A0-20D25AED6B86}" srcOrd="0" destOrd="0" presId="urn:microsoft.com/office/officeart/2018/5/layout/IconCircleLabelList"/>
    <dgm:cxn modelId="{55575E9B-0460-48CE-9293-3744A788DC70}" type="presParOf" srcId="{C0B1824A-A30E-4035-95FF-C93273149A2E}" destId="{6C6958F5-8A55-4830-9FE9-A2D50E0AA3EF}" srcOrd="1" destOrd="0" presId="urn:microsoft.com/office/officeart/2018/5/layout/IconCircleLabelList"/>
    <dgm:cxn modelId="{35DAACE7-77FE-4178-9128-8ECA3A641AE5}" type="presParOf" srcId="{C0B1824A-A30E-4035-95FF-C93273149A2E}" destId="{2FE7D379-38BC-450D-B004-5D2D56E2C3F3}" srcOrd="2" destOrd="0" presId="urn:microsoft.com/office/officeart/2018/5/layout/IconCircleLabelList"/>
    <dgm:cxn modelId="{B75861C3-6CD0-40D0-A0DD-D898C4E5717C}" type="presParOf" srcId="{C0B1824A-A30E-4035-95FF-C93273149A2E}" destId="{AAA0D22F-EFE4-408B-8C17-BA30CF25122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6048ECF-AF91-4651-8AEE-3003CC52F50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7B583D-1BF3-40FC-BA14-23C2EA2E51F8}">
      <dgm:prSet custT="1"/>
      <dgm:spPr/>
      <dgm:t>
        <a:bodyPr/>
        <a:lstStyle/>
        <a:p>
          <a:pPr algn="l">
            <a:lnSpc>
              <a:spcPct val="100000"/>
            </a:lnSpc>
            <a:defRPr cap="all"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The </a:t>
          </a:r>
          <a:r>
            <a:rPr lang="en-US" sz="11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Bluestock</a:t>
          </a: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 Mutual Fund Analytics Capstone successfully integrated data engineering, advanced analytics, risk analysis, and business intelligence into a single platform.</a:t>
          </a:r>
        </a:p>
      </dgm:t>
    </dgm:pt>
    <dgm:pt modelId="{0B6EAA45-B3CE-4BAB-B295-5083F8002CD8}" type="parTrans" cxnId="{57BB78B4-8FF9-4E8E-AB09-B608A9E95DF4}">
      <dgm:prSet/>
      <dgm:spPr/>
      <dgm:t>
        <a:bodyPr/>
        <a:lstStyle/>
        <a:p>
          <a:endParaRPr lang="en-US"/>
        </a:p>
      </dgm:t>
    </dgm:pt>
    <dgm:pt modelId="{C1C131D1-E629-430F-9B3E-9151CA5B1488}" type="sibTrans" cxnId="{57BB78B4-8FF9-4E8E-AB09-B608A9E95DF4}">
      <dgm:prSet/>
      <dgm:spPr/>
      <dgm:t>
        <a:bodyPr/>
        <a:lstStyle/>
        <a:p>
          <a:endParaRPr lang="en-US"/>
        </a:p>
      </dgm:t>
    </dgm:pt>
    <dgm:pt modelId="{47BF8903-9D39-4CDE-879F-A01A121106CD}">
      <dgm:prSet custT="1"/>
      <dgm:spPr/>
      <dgm:t>
        <a:bodyPr/>
        <a:lstStyle/>
        <a:p>
          <a:pPr algn="l">
            <a:lnSpc>
              <a:spcPct val="100000"/>
            </a:lnSpc>
            <a:defRPr cap="all"/>
          </a:pPr>
          <a:r>
            <a:rPr lang="en-US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The solution provides meaningful insights for investors, analysts, and financial institutions while demonstrating practical industry-level analytics skills.</a:t>
          </a:r>
        </a:p>
      </dgm:t>
    </dgm:pt>
    <dgm:pt modelId="{91FCEBB4-2200-47B1-9345-9CE597CF6D60}" type="parTrans" cxnId="{5BC261BC-D6B1-4BC6-804A-90532E26302A}">
      <dgm:prSet/>
      <dgm:spPr/>
      <dgm:t>
        <a:bodyPr/>
        <a:lstStyle/>
        <a:p>
          <a:endParaRPr lang="en-US"/>
        </a:p>
      </dgm:t>
    </dgm:pt>
    <dgm:pt modelId="{591916DA-9632-4102-AE5D-C3FA5505220A}" type="sibTrans" cxnId="{5BC261BC-D6B1-4BC6-804A-90532E26302A}">
      <dgm:prSet/>
      <dgm:spPr/>
      <dgm:t>
        <a:bodyPr/>
        <a:lstStyle/>
        <a:p>
          <a:endParaRPr lang="en-US"/>
        </a:p>
      </dgm:t>
    </dgm:pt>
    <dgm:pt modelId="{5CAFECDE-0516-44C0-9985-C82C5D9B1788}" type="pres">
      <dgm:prSet presAssocID="{E6048ECF-AF91-4651-8AEE-3003CC52F50D}" presName="root" presStyleCnt="0">
        <dgm:presLayoutVars>
          <dgm:dir/>
          <dgm:resizeHandles val="exact"/>
        </dgm:presLayoutVars>
      </dgm:prSet>
      <dgm:spPr/>
    </dgm:pt>
    <dgm:pt modelId="{2AB5CF1C-87DF-41B6-B3B6-C2D74D4452F6}" type="pres">
      <dgm:prSet presAssocID="{037B583D-1BF3-40FC-BA14-23C2EA2E51F8}" presName="compNode" presStyleCnt="0"/>
      <dgm:spPr/>
    </dgm:pt>
    <dgm:pt modelId="{203135C3-9219-4F33-BCB4-A967CF1D42D5}" type="pres">
      <dgm:prSet presAssocID="{037B583D-1BF3-40FC-BA14-23C2EA2E51F8}" presName="iconBgRect" presStyleLbl="bgShp" presStyleIdx="0" presStyleCnt="2" custLinFactNeighborX="0" custLinFactNeighborY="5099"/>
      <dgm:spPr/>
    </dgm:pt>
    <dgm:pt modelId="{B60EB648-BA2C-4098-856A-93545D6878AB}" type="pres">
      <dgm:prSet presAssocID="{037B583D-1BF3-40FC-BA14-23C2EA2E51F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BDF5FF9-70BB-4706-BBD0-E61E506B1E99}" type="pres">
      <dgm:prSet presAssocID="{037B583D-1BF3-40FC-BA14-23C2EA2E51F8}" presName="spaceRect" presStyleCnt="0"/>
      <dgm:spPr/>
    </dgm:pt>
    <dgm:pt modelId="{A8B6945A-6923-47CC-ABA8-C48A6E07DFDF}" type="pres">
      <dgm:prSet presAssocID="{037B583D-1BF3-40FC-BA14-23C2EA2E51F8}" presName="textRect" presStyleLbl="revTx" presStyleIdx="0" presStyleCnt="2">
        <dgm:presLayoutVars>
          <dgm:chMax val="1"/>
          <dgm:chPref val="1"/>
        </dgm:presLayoutVars>
      </dgm:prSet>
      <dgm:spPr/>
    </dgm:pt>
    <dgm:pt modelId="{CF7308A7-4967-4FEC-BB61-62EDA21AD7AE}" type="pres">
      <dgm:prSet presAssocID="{C1C131D1-E629-430F-9B3E-9151CA5B1488}" presName="sibTrans" presStyleCnt="0"/>
      <dgm:spPr/>
    </dgm:pt>
    <dgm:pt modelId="{FB09D243-0077-4C4D-93BD-3197AA631FE3}" type="pres">
      <dgm:prSet presAssocID="{47BF8903-9D39-4CDE-879F-A01A121106CD}" presName="compNode" presStyleCnt="0"/>
      <dgm:spPr/>
    </dgm:pt>
    <dgm:pt modelId="{E45A3086-32E2-41B9-8864-20A3CBB6509E}" type="pres">
      <dgm:prSet presAssocID="{47BF8903-9D39-4CDE-879F-A01A121106CD}" presName="iconBgRect" presStyleLbl="bgShp" presStyleIdx="1" presStyleCnt="2" custLinFactNeighborX="-1133" custLinFactNeighborY="7651"/>
      <dgm:spPr/>
    </dgm:pt>
    <dgm:pt modelId="{80B08183-D340-4B64-B427-7BFDFC5CAA53}" type="pres">
      <dgm:prSet presAssocID="{47BF8903-9D39-4CDE-879F-A01A121106C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B4C5FBE-DC9D-47B1-B28F-D90E58DD665D}" type="pres">
      <dgm:prSet presAssocID="{47BF8903-9D39-4CDE-879F-A01A121106CD}" presName="spaceRect" presStyleCnt="0"/>
      <dgm:spPr/>
    </dgm:pt>
    <dgm:pt modelId="{9343AA3A-790D-4469-893C-B7DCAFFA2B53}" type="pres">
      <dgm:prSet presAssocID="{47BF8903-9D39-4CDE-879F-A01A121106C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6A92B2E-0209-4CD6-829A-CCC61D5847B2}" type="presOf" srcId="{037B583D-1BF3-40FC-BA14-23C2EA2E51F8}" destId="{A8B6945A-6923-47CC-ABA8-C48A6E07DFDF}" srcOrd="0" destOrd="0" presId="urn:microsoft.com/office/officeart/2018/5/layout/IconCircleLabelList"/>
    <dgm:cxn modelId="{DD511796-69F0-4069-8FB9-84CE138697AB}" type="presOf" srcId="{47BF8903-9D39-4CDE-879F-A01A121106CD}" destId="{9343AA3A-790D-4469-893C-B7DCAFFA2B53}" srcOrd="0" destOrd="0" presId="urn:microsoft.com/office/officeart/2018/5/layout/IconCircleLabelList"/>
    <dgm:cxn modelId="{57BB78B4-8FF9-4E8E-AB09-B608A9E95DF4}" srcId="{E6048ECF-AF91-4651-8AEE-3003CC52F50D}" destId="{037B583D-1BF3-40FC-BA14-23C2EA2E51F8}" srcOrd="0" destOrd="0" parTransId="{0B6EAA45-B3CE-4BAB-B295-5083F8002CD8}" sibTransId="{C1C131D1-E629-430F-9B3E-9151CA5B1488}"/>
    <dgm:cxn modelId="{5BC261BC-D6B1-4BC6-804A-90532E26302A}" srcId="{E6048ECF-AF91-4651-8AEE-3003CC52F50D}" destId="{47BF8903-9D39-4CDE-879F-A01A121106CD}" srcOrd="1" destOrd="0" parTransId="{91FCEBB4-2200-47B1-9345-9CE597CF6D60}" sibTransId="{591916DA-9632-4102-AE5D-C3FA5505220A}"/>
    <dgm:cxn modelId="{D658CAF6-D3BE-4EE4-B2D5-D894A8798505}" type="presOf" srcId="{E6048ECF-AF91-4651-8AEE-3003CC52F50D}" destId="{5CAFECDE-0516-44C0-9985-C82C5D9B1788}" srcOrd="0" destOrd="0" presId="urn:microsoft.com/office/officeart/2018/5/layout/IconCircleLabelList"/>
    <dgm:cxn modelId="{1426B0A9-2CB3-4230-9898-4BDADB5E8F7A}" type="presParOf" srcId="{5CAFECDE-0516-44C0-9985-C82C5D9B1788}" destId="{2AB5CF1C-87DF-41B6-B3B6-C2D74D4452F6}" srcOrd="0" destOrd="0" presId="urn:microsoft.com/office/officeart/2018/5/layout/IconCircleLabelList"/>
    <dgm:cxn modelId="{2F9DA4CE-D4A1-4094-AB64-F16B7E2FD366}" type="presParOf" srcId="{2AB5CF1C-87DF-41B6-B3B6-C2D74D4452F6}" destId="{203135C3-9219-4F33-BCB4-A967CF1D42D5}" srcOrd="0" destOrd="0" presId="urn:microsoft.com/office/officeart/2018/5/layout/IconCircleLabelList"/>
    <dgm:cxn modelId="{3A3BCA18-037F-4DA2-AB01-453B62186A59}" type="presParOf" srcId="{2AB5CF1C-87DF-41B6-B3B6-C2D74D4452F6}" destId="{B60EB648-BA2C-4098-856A-93545D6878AB}" srcOrd="1" destOrd="0" presId="urn:microsoft.com/office/officeart/2018/5/layout/IconCircleLabelList"/>
    <dgm:cxn modelId="{4122A554-E039-4450-8747-0877AD414DF9}" type="presParOf" srcId="{2AB5CF1C-87DF-41B6-B3B6-C2D74D4452F6}" destId="{EBDF5FF9-70BB-4706-BBD0-E61E506B1E99}" srcOrd="2" destOrd="0" presId="urn:microsoft.com/office/officeart/2018/5/layout/IconCircleLabelList"/>
    <dgm:cxn modelId="{5CA332BB-6147-4161-9ED2-EB252E824249}" type="presParOf" srcId="{2AB5CF1C-87DF-41B6-B3B6-C2D74D4452F6}" destId="{A8B6945A-6923-47CC-ABA8-C48A6E07DFDF}" srcOrd="3" destOrd="0" presId="urn:microsoft.com/office/officeart/2018/5/layout/IconCircleLabelList"/>
    <dgm:cxn modelId="{E630F509-ACD0-4032-BF54-F0D89E92C69C}" type="presParOf" srcId="{5CAFECDE-0516-44C0-9985-C82C5D9B1788}" destId="{CF7308A7-4967-4FEC-BB61-62EDA21AD7AE}" srcOrd="1" destOrd="0" presId="urn:microsoft.com/office/officeart/2018/5/layout/IconCircleLabelList"/>
    <dgm:cxn modelId="{70E3E7E3-4F31-4710-AA0A-9D9F913F1BCF}" type="presParOf" srcId="{5CAFECDE-0516-44C0-9985-C82C5D9B1788}" destId="{FB09D243-0077-4C4D-93BD-3197AA631FE3}" srcOrd="2" destOrd="0" presId="urn:microsoft.com/office/officeart/2018/5/layout/IconCircleLabelList"/>
    <dgm:cxn modelId="{E799B26C-DD76-47C9-8D26-2ED39C605DB1}" type="presParOf" srcId="{FB09D243-0077-4C4D-93BD-3197AA631FE3}" destId="{E45A3086-32E2-41B9-8864-20A3CBB6509E}" srcOrd="0" destOrd="0" presId="urn:microsoft.com/office/officeart/2018/5/layout/IconCircleLabelList"/>
    <dgm:cxn modelId="{37FAC34B-1395-4759-9731-197BF85393CB}" type="presParOf" srcId="{FB09D243-0077-4C4D-93BD-3197AA631FE3}" destId="{80B08183-D340-4B64-B427-7BFDFC5CAA53}" srcOrd="1" destOrd="0" presId="urn:microsoft.com/office/officeart/2018/5/layout/IconCircleLabelList"/>
    <dgm:cxn modelId="{B409E050-73F4-4F0A-A94A-3E4EA2DC3BB9}" type="presParOf" srcId="{FB09D243-0077-4C4D-93BD-3197AA631FE3}" destId="{DB4C5FBE-DC9D-47B1-B28F-D90E58DD665D}" srcOrd="2" destOrd="0" presId="urn:microsoft.com/office/officeart/2018/5/layout/IconCircleLabelList"/>
    <dgm:cxn modelId="{33BBFBF1-1E83-4DD8-B096-599CDB078D3A}" type="presParOf" srcId="{FB09D243-0077-4C4D-93BD-3197AA631FE3}" destId="{9343AA3A-790D-4469-893C-B7DCAFFA2B5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3D5480-5289-4441-AE26-7059EC77B6D3}">
      <dsp:nvSpPr>
        <dsp:cNvPr id="0" name=""/>
        <dsp:cNvSpPr/>
      </dsp:nvSpPr>
      <dsp:spPr>
        <a:xfrm>
          <a:off x="735444" y="1045898"/>
          <a:ext cx="1358815" cy="13588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70984-051E-4141-AD91-4B037E916CA1}">
      <dsp:nvSpPr>
        <dsp:cNvPr id="0" name=""/>
        <dsp:cNvSpPr/>
      </dsp:nvSpPr>
      <dsp:spPr>
        <a:xfrm>
          <a:off x="1020796" y="1331250"/>
          <a:ext cx="788112" cy="7881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577BF-4504-442A-8BA6-E60363B15884}">
      <dsp:nvSpPr>
        <dsp:cNvPr id="0" name=""/>
        <dsp:cNvSpPr/>
      </dsp:nvSpPr>
      <dsp:spPr>
        <a:xfrm>
          <a:off x="2385434" y="1045898"/>
          <a:ext cx="3202922" cy="1358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Mutual fund investors face challenges in analyzing large volumes of financial data, evaluating risk-adjusted performance, tracking SIP trends, and identifying suitable investment opportunities.</a:t>
          </a:r>
        </a:p>
      </dsp:txBody>
      <dsp:txXfrm>
        <a:off x="2385434" y="1045898"/>
        <a:ext cx="3202922" cy="1358815"/>
      </dsp:txXfrm>
    </dsp:sp>
    <dsp:sp modelId="{4D89772A-D19D-4349-81E3-CC7449481370}">
      <dsp:nvSpPr>
        <dsp:cNvPr id="0" name=""/>
        <dsp:cNvSpPr/>
      </dsp:nvSpPr>
      <dsp:spPr>
        <a:xfrm>
          <a:off x="6146441" y="1045898"/>
          <a:ext cx="1358815" cy="13588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D0FFE7-4ADD-484B-AB79-894A8F449C91}">
      <dsp:nvSpPr>
        <dsp:cNvPr id="0" name=""/>
        <dsp:cNvSpPr/>
      </dsp:nvSpPr>
      <dsp:spPr>
        <a:xfrm>
          <a:off x="6431793" y="1331250"/>
          <a:ext cx="788112" cy="7881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7C44C-1975-4A39-B8C0-5C8FD3D14D14}">
      <dsp:nvSpPr>
        <dsp:cNvPr id="0" name=""/>
        <dsp:cNvSpPr/>
      </dsp:nvSpPr>
      <dsp:spPr>
        <a:xfrm>
          <a:off x="7796432" y="1045898"/>
          <a:ext cx="3202922" cy="1358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 centralized analytics platform is required to transform raw mutual fund data into actionable business insights.</a:t>
          </a:r>
        </a:p>
      </dsp:txBody>
      <dsp:txXfrm>
        <a:off x="7796432" y="1045898"/>
        <a:ext cx="3202922" cy="13588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235E5-5235-4CE8-ACE3-113A3092B98A}">
      <dsp:nvSpPr>
        <dsp:cNvPr id="0" name=""/>
        <dsp:cNvSpPr/>
      </dsp:nvSpPr>
      <dsp:spPr>
        <a:xfrm>
          <a:off x="0" y="3457584"/>
          <a:ext cx="2716717" cy="3783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213" tIns="128016" rIns="193213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</a:t>
          </a:r>
        </a:p>
      </dsp:txBody>
      <dsp:txXfrm>
        <a:off x="0" y="3457584"/>
        <a:ext cx="2716717" cy="378361"/>
      </dsp:txXfrm>
    </dsp:sp>
    <dsp:sp modelId="{B2D946C7-22E6-4C58-9B7F-63280BBA971B}">
      <dsp:nvSpPr>
        <dsp:cNvPr id="0" name=""/>
        <dsp:cNvSpPr/>
      </dsp:nvSpPr>
      <dsp:spPr>
        <a:xfrm>
          <a:off x="2716717" y="3457584"/>
          <a:ext cx="8150151" cy="3783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24" tIns="228600" rIns="165324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 actionable insights</a:t>
          </a:r>
        </a:p>
      </dsp:txBody>
      <dsp:txXfrm>
        <a:off x="2716717" y="3457584"/>
        <a:ext cx="8150151" cy="378361"/>
      </dsp:txXfrm>
    </dsp:sp>
    <dsp:sp modelId="{C5DD250E-E0D0-4C3D-92E8-E50E6D70339F}">
      <dsp:nvSpPr>
        <dsp:cNvPr id="0" name=""/>
        <dsp:cNvSpPr/>
      </dsp:nvSpPr>
      <dsp:spPr>
        <a:xfrm rot="10800000">
          <a:off x="0" y="2881339"/>
          <a:ext cx="2716717" cy="58192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213" tIns="128016" rIns="193213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</a:t>
          </a:r>
        </a:p>
      </dsp:txBody>
      <dsp:txXfrm rot="-10800000">
        <a:off x="0" y="2881339"/>
        <a:ext cx="2716717" cy="378248"/>
      </dsp:txXfrm>
    </dsp:sp>
    <dsp:sp modelId="{9D21426F-C297-4002-8656-50D6F0CDF3CB}">
      <dsp:nvSpPr>
        <dsp:cNvPr id="0" name=""/>
        <dsp:cNvSpPr/>
      </dsp:nvSpPr>
      <dsp:spPr>
        <a:xfrm>
          <a:off x="2716717" y="2881339"/>
          <a:ext cx="8150151" cy="37824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24" tIns="228600" rIns="165324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 interactive dashboards</a:t>
          </a:r>
        </a:p>
      </dsp:txBody>
      <dsp:txXfrm>
        <a:off x="2716717" y="2881339"/>
        <a:ext cx="8150151" cy="378248"/>
      </dsp:txXfrm>
    </dsp:sp>
    <dsp:sp modelId="{10475421-8C52-4B7F-ABAB-8AA074873E57}">
      <dsp:nvSpPr>
        <dsp:cNvPr id="0" name=""/>
        <dsp:cNvSpPr/>
      </dsp:nvSpPr>
      <dsp:spPr>
        <a:xfrm rot="10800000">
          <a:off x="0" y="2305094"/>
          <a:ext cx="2716717" cy="58192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213" tIns="128016" rIns="193213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Analyze</a:t>
          </a:r>
        </a:p>
      </dsp:txBody>
      <dsp:txXfrm rot="-10800000">
        <a:off x="0" y="2305094"/>
        <a:ext cx="2716717" cy="378248"/>
      </dsp:txXfrm>
    </dsp:sp>
    <dsp:sp modelId="{0765501E-F033-4814-8403-74D8AA42F48D}">
      <dsp:nvSpPr>
        <dsp:cNvPr id="0" name=""/>
        <dsp:cNvSpPr/>
      </dsp:nvSpPr>
      <dsp:spPr>
        <a:xfrm>
          <a:off x="2716717" y="2305094"/>
          <a:ext cx="8150151" cy="37824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24" tIns="228600" rIns="165324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Analyze investor behavior</a:t>
          </a:r>
        </a:p>
      </dsp:txBody>
      <dsp:txXfrm>
        <a:off x="2716717" y="2305094"/>
        <a:ext cx="8150151" cy="378248"/>
      </dsp:txXfrm>
    </dsp:sp>
    <dsp:sp modelId="{783A19AE-B6D1-4263-BA35-305F4114B106}">
      <dsp:nvSpPr>
        <dsp:cNvPr id="0" name=""/>
        <dsp:cNvSpPr/>
      </dsp:nvSpPr>
      <dsp:spPr>
        <a:xfrm rot="10800000">
          <a:off x="0" y="1728850"/>
          <a:ext cx="2716717" cy="58192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213" tIns="128016" rIns="193213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Calculate</a:t>
          </a:r>
        </a:p>
      </dsp:txBody>
      <dsp:txXfrm rot="-10800000">
        <a:off x="0" y="1728850"/>
        <a:ext cx="2716717" cy="378248"/>
      </dsp:txXfrm>
    </dsp:sp>
    <dsp:sp modelId="{27B868CB-1185-4A61-AA71-1B215CFBE946}">
      <dsp:nvSpPr>
        <dsp:cNvPr id="0" name=""/>
        <dsp:cNvSpPr/>
      </dsp:nvSpPr>
      <dsp:spPr>
        <a:xfrm>
          <a:off x="2716717" y="1728850"/>
          <a:ext cx="8150151" cy="37824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24" tIns="228600" rIns="165324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Calculate risk metrics</a:t>
          </a:r>
        </a:p>
      </dsp:txBody>
      <dsp:txXfrm>
        <a:off x="2716717" y="1728850"/>
        <a:ext cx="8150151" cy="378248"/>
      </dsp:txXfrm>
    </dsp:sp>
    <dsp:sp modelId="{95EA1EA9-49EF-4EC9-BEE7-07EAEBF9F476}">
      <dsp:nvSpPr>
        <dsp:cNvPr id="0" name=""/>
        <dsp:cNvSpPr/>
      </dsp:nvSpPr>
      <dsp:spPr>
        <a:xfrm rot="10800000">
          <a:off x="0" y="1152605"/>
          <a:ext cx="2716717" cy="58192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213" tIns="128016" rIns="193213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</a:t>
          </a:r>
        </a:p>
      </dsp:txBody>
      <dsp:txXfrm rot="-10800000">
        <a:off x="0" y="1152605"/>
        <a:ext cx="2716717" cy="378248"/>
      </dsp:txXfrm>
    </dsp:sp>
    <dsp:sp modelId="{14D9E614-3B7D-4EAF-BA3C-DD05C7EB7B97}">
      <dsp:nvSpPr>
        <dsp:cNvPr id="0" name=""/>
        <dsp:cNvSpPr/>
      </dsp:nvSpPr>
      <dsp:spPr>
        <a:xfrm>
          <a:off x="2716717" y="1152605"/>
          <a:ext cx="8150151" cy="37824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24" tIns="228600" rIns="165324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 EDA and performance analysis</a:t>
          </a:r>
        </a:p>
      </dsp:txBody>
      <dsp:txXfrm>
        <a:off x="2716717" y="1152605"/>
        <a:ext cx="8150151" cy="378248"/>
      </dsp:txXfrm>
    </dsp:sp>
    <dsp:sp modelId="{443360DF-630E-4537-8C90-1B3B122A2730}">
      <dsp:nvSpPr>
        <dsp:cNvPr id="0" name=""/>
        <dsp:cNvSpPr/>
      </dsp:nvSpPr>
      <dsp:spPr>
        <a:xfrm rot="10800000">
          <a:off x="0" y="576360"/>
          <a:ext cx="2716717" cy="58192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213" tIns="128016" rIns="193213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Clean and validate</a:t>
          </a:r>
        </a:p>
      </dsp:txBody>
      <dsp:txXfrm rot="-10800000">
        <a:off x="0" y="576360"/>
        <a:ext cx="2716717" cy="378248"/>
      </dsp:txXfrm>
    </dsp:sp>
    <dsp:sp modelId="{6E7A5787-1B32-4A64-8E42-FC48DA72408D}">
      <dsp:nvSpPr>
        <dsp:cNvPr id="0" name=""/>
        <dsp:cNvSpPr/>
      </dsp:nvSpPr>
      <dsp:spPr>
        <a:xfrm>
          <a:off x="2716717" y="576360"/>
          <a:ext cx="8150151" cy="37824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24" tIns="228600" rIns="165324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Clean and validate mutual fund datasets</a:t>
          </a:r>
        </a:p>
      </dsp:txBody>
      <dsp:txXfrm>
        <a:off x="2716717" y="576360"/>
        <a:ext cx="8150151" cy="378248"/>
      </dsp:txXfrm>
    </dsp:sp>
    <dsp:sp modelId="{5A1B7777-0997-4BC6-87B8-F5E69B0D3834}">
      <dsp:nvSpPr>
        <dsp:cNvPr id="0" name=""/>
        <dsp:cNvSpPr/>
      </dsp:nvSpPr>
      <dsp:spPr>
        <a:xfrm rot="10800000">
          <a:off x="0" y="116"/>
          <a:ext cx="2716717" cy="58192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213" tIns="128016" rIns="193213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Build</a:t>
          </a:r>
        </a:p>
      </dsp:txBody>
      <dsp:txXfrm rot="-10800000">
        <a:off x="0" y="116"/>
        <a:ext cx="2716717" cy="378248"/>
      </dsp:txXfrm>
    </dsp:sp>
    <dsp:sp modelId="{EF4D4F68-1848-41DB-8AA7-F42339648884}">
      <dsp:nvSpPr>
        <dsp:cNvPr id="0" name=""/>
        <dsp:cNvSpPr/>
      </dsp:nvSpPr>
      <dsp:spPr>
        <a:xfrm>
          <a:off x="2716717" y="116"/>
          <a:ext cx="8150151" cy="37824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24" tIns="228600" rIns="165324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Build a complete ETL pipeline</a:t>
          </a:r>
        </a:p>
      </dsp:txBody>
      <dsp:txXfrm>
        <a:off x="2716717" y="116"/>
        <a:ext cx="8150151" cy="3782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93AC2-B5A7-4ED3-96CB-F654670971E5}">
      <dsp:nvSpPr>
        <dsp:cNvPr id="0" name=""/>
        <dsp:cNvSpPr/>
      </dsp:nvSpPr>
      <dsp:spPr>
        <a:xfrm>
          <a:off x="416157" y="375"/>
          <a:ext cx="2039758" cy="12238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01_fund_master</a:t>
          </a:r>
        </a:p>
      </dsp:txBody>
      <dsp:txXfrm>
        <a:off x="416157" y="375"/>
        <a:ext cx="2039758" cy="1223854"/>
      </dsp:txXfrm>
    </dsp:sp>
    <dsp:sp modelId="{0746CC15-21C0-4097-AFE8-E20080EAE915}">
      <dsp:nvSpPr>
        <dsp:cNvPr id="0" name=""/>
        <dsp:cNvSpPr/>
      </dsp:nvSpPr>
      <dsp:spPr>
        <a:xfrm>
          <a:off x="2659891" y="375"/>
          <a:ext cx="2039758" cy="12238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02_nav_history</a:t>
          </a:r>
        </a:p>
      </dsp:txBody>
      <dsp:txXfrm>
        <a:off x="2659891" y="375"/>
        <a:ext cx="2039758" cy="1223854"/>
      </dsp:txXfrm>
    </dsp:sp>
    <dsp:sp modelId="{1B723873-C80C-424B-BA64-B8EC46558F7C}">
      <dsp:nvSpPr>
        <dsp:cNvPr id="0" name=""/>
        <dsp:cNvSpPr/>
      </dsp:nvSpPr>
      <dsp:spPr>
        <a:xfrm>
          <a:off x="4903625" y="375"/>
          <a:ext cx="2039758" cy="12238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03_aum_by_fund_house</a:t>
          </a:r>
        </a:p>
      </dsp:txBody>
      <dsp:txXfrm>
        <a:off x="4903625" y="375"/>
        <a:ext cx="2039758" cy="1223854"/>
      </dsp:txXfrm>
    </dsp:sp>
    <dsp:sp modelId="{17FC9BAE-8FB5-4B60-9C00-171A8855CA57}">
      <dsp:nvSpPr>
        <dsp:cNvPr id="0" name=""/>
        <dsp:cNvSpPr/>
      </dsp:nvSpPr>
      <dsp:spPr>
        <a:xfrm>
          <a:off x="7147359" y="375"/>
          <a:ext cx="2039758" cy="12238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04_monthly_sip_inflows</a:t>
          </a:r>
        </a:p>
      </dsp:txBody>
      <dsp:txXfrm>
        <a:off x="7147359" y="375"/>
        <a:ext cx="2039758" cy="1223854"/>
      </dsp:txXfrm>
    </dsp:sp>
    <dsp:sp modelId="{0B4558A3-5C80-4267-B892-9E3A36050238}">
      <dsp:nvSpPr>
        <dsp:cNvPr id="0" name=""/>
        <dsp:cNvSpPr/>
      </dsp:nvSpPr>
      <dsp:spPr>
        <a:xfrm>
          <a:off x="416157" y="1428206"/>
          <a:ext cx="2039758" cy="12238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05_category_inflows</a:t>
          </a:r>
        </a:p>
      </dsp:txBody>
      <dsp:txXfrm>
        <a:off x="416157" y="1428206"/>
        <a:ext cx="2039758" cy="1223854"/>
      </dsp:txXfrm>
    </dsp:sp>
    <dsp:sp modelId="{71B5696B-6D89-4034-9435-74A6D76BFB8C}">
      <dsp:nvSpPr>
        <dsp:cNvPr id="0" name=""/>
        <dsp:cNvSpPr/>
      </dsp:nvSpPr>
      <dsp:spPr>
        <a:xfrm>
          <a:off x="2659891" y="1428206"/>
          <a:ext cx="2039758" cy="12238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06_industry_folio_count</a:t>
          </a:r>
        </a:p>
      </dsp:txBody>
      <dsp:txXfrm>
        <a:off x="2659891" y="1428206"/>
        <a:ext cx="2039758" cy="1223854"/>
      </dsp:txXfrm>
    </dsp:sp>
    <dsp:sp modelId="{9D2CAF54-D0BC-4E81-8197-A8308818656A}">
      <dsp:nvSpPr>
        <dsp:cNvPr id="0" name=""/>
        <dsp:cNvSpPr/>
      </dsp:nvSpPr>
      <dsp:spPr>
        <a:xfrm>
          <a:off x="4903625" y="1428206"/>
          <a:ext cx="2039758" cy="12238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07_scheme_performance</a:t>
          </a:r>
        </a:p>
      </dsp:txBody>
      <dsp:txXfrm>
        <a:off x="4903625" y="1428206"/>
        <a:ext cx="2039758" cy="1223854"/>
      </dsp:txXfrm>
    </dsp:sp>
    <dsp:sp modelId="{85C0D586-04CB-4696-B792-CC5C6EA214C9}">
      <dsp:nvSpPr>
        <dsp:cNvPr id="0" name=""/>
        <dsp:cNvSpPr/>
      </dsp:nvSpPr>
      <dsp:spPr>
        <a:xfrm>
          <a:off x="7147359" y="1428206"/>
          <a:ext cx="2039758" cy="12238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08_investor_transactions</a:t>
          </a:r>
        </a:p>
      </dsp:txBody>
      <dsp:txXfrm>
        <a:off x="7147359" y="1428206"/>
        <a:ext cx="2039758" cy="1223854"/>
      </dsp:txXfrm>
    </dsp:sp>
    <dsp:sp modelId="{F4A03EA7-2069-47FA-A4C0-E2E02B49A78B}">
      <dsp:nvSpPr>
        <dsp:cNvPr id="0" name=""/>
        <dsp:cNvSpPr/>
      </dsp:nvSpPr>
      <dsp:spPr>
        <a:xfrm>
          <a:off x="2659891" y="2856037"/>
          <a:ext cx="2039758" cy="12238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09_portfolio_holdings</a:t>
          </a:r>
        </a:p>
      </dsp:txBody>
      <dsp:txXfrm>
        <a:off x="2659891" y="2856037"/>
        <a:ext cx="2039758" cy="1223854"/>
      </dsp:txXfrm>
    </dsp:sp>
    <dsp:sp modelId="{3306C1DE-F03D-4124-B38E-5FAA99C2D6C6}">
      <dsp:nvSpPr>
        <dsp:cNvPr id="0" name=""/>
        <dsp:cNvSpPr/>
      </dsp:nvSpPr>
      <dsp:spPr>
        <a:xfrm>
          <a:off x="4903625" y="2856037"/>
          <a:ext cx="2039758" cy="12238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10_benchmark_indices</a:t>
          </a:r>
        </a:p>
      </dsp:txBody>
      <dsp:txXfrm>
        <a:off x="4903625" y="2856037"/>
        <a:ext cx="2039758" cy="12238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5C3CDD-E2CC-4964-8315-3E69A33D4C53}">
      <dsp:nvSpPr>
        <dsp:cNvPr id="0" name=""/>
        <dsp:cNvSpPr/>
      </dsp:nvSpPr>
      <dsp:spPr>
        <a:xfrm>
          <a:off x="3265754" y="0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Raw Data</a:t>
          </a:r>
        </a:p>
      </dsp:txBody>
      <dsp:txXfrm>
        <a:off x="3280313" y="14559"/>
        <a:ext cx="3566581" cy="269126"/>
      </dsp:txXfrm>
    </dsp:sp>
    <dsp:sp modelId="{72E3CD8E-EFD4-48DB-99E6-698D71293DEA}">
      <dsp:nvSpPr>
        <dsp:cNvPr id="0" name=""/>
        <dsp:cNvSpPr/>
      </dsp:nvSpPr>
      <dsp:spPr>
        <a:xfrm>
          <a:off x="3265754" y="288114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280313" y="302673"/>
        <a:ext cx="3566581" cy="269126"/>
      </dsp:txXfrm>
    </dsp:sp>
    <dsp:sp modelId="{0A6B53AA-D4F4-49EF-B943-58E5411A338A}">
      <dsp:nvSpPr>
        <dsp:cNvPr id="0" name=""/>
        <dsp:cNvSpPr/>
      </dsp:nvSpPr>
      <dsp:spPr>
        <a:xfrm>
          <a:off x="3265754" y="601270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Data Cleaning</a:t>
          </a:r>
        </a:p>
      </dsp:txBody>
      <dsp:txXfrm>
        <a:off x="3280313" y="615829"/>
        <a:ext cx="3566581" cy="269126"/>
      </dsp:txXfrm>
    </dsp:sp>
    <dsp:sp modelId="{B66C3851-43F0-4ECF-878F-5D5B6EA18194}">
      <dsp:nvSpPr>
        <dsp:cNvPr id="0" name=""/>
        <dsp:cNvSpPr/>
      </dsp:nvSpPr>
      <dsp:spPr>
        <a:xfrm>
          <a:off x="3265754" y="914427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280313" y="928986"/>
        <a:ext cx="3566581" cy="269126"/>
      </dsp:txXfrm>
    </dsp:sp>
    <dsp:sp modelId="{8F8161C8-C596-4B56-8ADA-5E2C6BB76C50}">
      <dsp:nvSpPr>
        <dsp:cNvPr id="0" name=""/>
        <dsp:cNvSpPr/>
      </dsp:nvSpPr>
      <dsp:spPr>
        <a:xfrm>
          <a:off x="3265754" y="1227583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Processed Data</a:t>
          </a:r>
        </a:p>
      </dsp:txBody>
      <dsp:txXfrm>
        <a:off x="3280313" y="1242142"/>
        <a:ext cx="3566581" cy="269126"/>
      </dsp:txXfrm>
    </dsp:sp>
    <dsp:sp modelId="{632684B9-4365-4A9A-950B-1A3BA7FE2594}">
      <dsp:nvSpPr>
        <dsp:cNvPr id="0" name=""/>
        <dsp:cNvSpPr/>
      </dsp:nvSpPr>
      <dsp:spPr>
        <a:xfrm>
          <a:off x="3265754" y="1540739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280313" y="1555298"/>
        <a:ext cx="3566581" cy="269126"/>
      </dsp:txXfrm>
    </dsp:sp>
    <dsp:sp modelId="{A1641793-55B8-450A-B778-C7D70DF6ADD5}">
      <dsp:nvSpPr>
        <dsp:cNvPr id="0" name=""/>
        <dsp:cNvSpPr/>
      </dsp:nvSpPr>
      <dsp:spPr>
        <a:xfrm>
          <a:off x="3265754" y="1853895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SQLite Database</a:t>
          </a:r>
        </a:p>
      </dsp:txBody>
      <dsp:txXfrm>
        <a:off x="3280313" y="1868454"/>
        <a:ext cx="3566581" cy="269126"/>
      </dsp:txXfrm>
    </dsp:sp>
    <dsp:sp modelId="{0D7FFD77-2707-42AC-9AAB-4B7395537F07}">
      <dsp:nvSpPr>
        <dsp:cNvPr id="0" name=""/>
        <dsp:cNvSpPr/>
      </dsp:nvSpPr>
      <dsp:spPr>
        <a:xfrm>
          <a:off x="3265754" y="2167052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280313" y="2181611"/>
        <a:ext cx="3566581" cy="269126"/>
      </dsp:txXfrm>
    </dsp:sp>
    <dsp:sp modelId="{253CC056-695B-405F-B75A-51FAEB8140E4}">
      <dsp:nvSpPr>
        <dsp:cNvPr id="0" name=""/>
        <dsp:cNvSpPr/>
      </dsp:nvSpPr>
      <dsp:spPr>
        <a:xfrm>
          <a:off x="3265754" y="2480208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Analytics Engine</a:t>
          </a:r>
        </a:p>
      </dsp:txBody>
      <dsp:txXfrm>
        <a:off x="3280313" y="2494767"/>
        <a:ext cx="3566581" cy="269126"/>
      </dsp:txXfrm>
    </dsp:sp>
    <dsp:sp modelId="{02A05386-1332-4BFB-923E-85716E14626F}">
      <dsp:nvSpPr>
        <dsp:cNvPr id="0" name=""/>
        <dsp:cNvSpPr/>
      </dsp:nvSpPr>
      <dsp:spPr>
        <a:xfrm>
          <a:off x="3265754" y="2793364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280313" y="2807923"/>
        <a:ext cx="3566581" cy="269126"/>
      </dsp:txXfrm>
    </dsp:sp>
    <dsp:sp modelId="{51E31FC4-4B48-4770-85A2-063EB1374B14}">
      <dsp:nvSpPr>
        <dsp:cNvPr id="0" name=""/>
        <dsp:cNvSpPr/>
      </dsp:nvSpPr>
      <dsp:spPr>
        <a:xfrm>
          <a:off x="3265754" y="3106520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Power BI Dashboard</a:t>
          </a:r>
        </a:p>
      </dsp:txBody>
      <dsp:txXfrm>
        <a:off x="3280313" y="3121079"/>
        <a:ext cx="3566581" cy="269126"/>
      </dsp:txXfrm>
    </dsp:sp>
    <dsp:sp modelId="{61D3A912-9BED-4D27-83B8-7B2E243E74BA}">
      <dsp:nvSpPr>
        <dsp:cNvPr id="0" name=""/>
        <dsp:cNvSpPr/>
      </dsp:nvSpPr>
      <dsp:spPr>
        <a:xfrm>
          <a:off x="3265754" y="3419677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280313" y="3434236"/>
        <a:ext cx="3566581" cy="269126"/>
      </dsp:txXfrm>
    </dsp:sp>
    <dsp:sp modelId="{68B8E9A8-B123-4E34-B309-7E5429846D5B}">
      <dsp:nvSpPr>
        <dsp:cNvPr id="0" name=""/>
        <dsp:cNvSpPr/>
      </dsp:nvSpPr>
      <dsp:spPr>
        <a:xfrm>
          <a:off x="3265754" y="3732833"/>
          <a:ext cx="3595699" cy="2982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Business Insights</a:t>
          </a:r>
        </a:p>
      </dsp:txBody>
      <dsp:txXfrm>
        <a:off x="3280313" y="3747392"/>
        <a:ext cx="3566581" cy="2691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031A65-E3EA-4127-9DF5-F2FF6CD4CAE2}">
      <dsp:nvSpPr>
        <dsp:cNvPr id="0" name=""/>
        <dsp:cNvSpPr/>
      </dsp:nvSpPr>
      <dsp:spPr>
        <a:xfrm>
          <a:off x="0" y="197963"/>
          <a:ext cx="5913437" cy="7722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Times New Roman" panose="02020603050405020304" pitchFamily="18" charset="0"/>
              <a:cs typeface="Times New Roman" panose="02020603050405020304" pitchFamily="18" charset="0"/>
            </a:rPr>
            <a:t>• State-wise investment analysis</a:t>
          </a:r>
        </a:p>
      </dsp:txBody>
      <dsp:txXfrm>
        <a:off x="37696" y="235659"/>
        <a:ext cx="5838045" cy="696808"/>
      </dsp:txXfrm>
    </dsp:sp>
    <dsp:sp modelId="{B3FFF29D-E3F3-4A15-85D9-08C6B47D3310}">
      <dsp:nvSpPr>
        <dsp:cNvPr id="0" name=""/>
        <dsp:cNvSpPr/>
      </dsp:nvSpPr>
      <dsp:spPr>
        <a:xfrm>
          <a:off x="0" y="1065203"/>
          <a:ext cx="5913437" cy="772200"/>
        </a:xfrm>
        <a:prstGeom prst="roundRect">
          <a:avLst/>
        </a:prstGeom>
        <a:gradFill rotWithShape="0">
          <a:gsLst>
            <a:gs pos="0">
              <a:schemeClr val="accent5">
                <a:hueOff val="-421158"/>
                <a:satOff val="-1986"/>
                <a:lumOff val="49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421158"/>
                <a:satOff val="-1986"/>
                <a:lumOff val="49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421158"/>
                <a:satOff val="-1986"/>
                <a:lumOff val="49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Times New Roman" panose="02020603050405020304" pitchFamily="18" charset="0"/>
              <a:cs typeface="Times New Roman" panose="02020603050405020304" pitchFamily="18" charset="0"/>
            </a:rPr>
            <a:t>• Investor demographic analysis</a:t>
          </a:r>
        </a:p>
      </dsp:txBody>
      <dsp:txXfrm>
        <a:off x="37696" y="1102899"/>
        <a:ext cx="5838045" cy="696808"/>
      </dsp:txXfrm>
    </dsp:sp>
    <dsp:sp modelId="{5FA8639C-DEE0-4A81-BE8C-C6DB9D40FC14}">
      <dsp:nvSpPr>
        <dsp:cNvPr id="0" name=""/>
        <dsp:cNvSpPr/>
      </dsp:nvSpPr>
      <dsp:spPr>
        <a:xfrm>
          <a:off x="0" y="1932444"/>
          <a:ext cx="5913437" cy="772200"/>
        </a:xfrm>
        <a:prstGeom prst="round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Times New Roman" panose="02020603050405020304" pitchFamily="18" charset="0"/>
              <a:cs typeface="Times New Roman" panose="02020603050405020304" pitchFamily="18" charset="0"/>
            </a:rPr>
            <a:t>• SIP trend analysis</a:t>
          </a:r>
        </a:p>
      </dsp:txBody>
      <dsp:txXfrm>
        <a:off x="37696" y="1970140"/>
        <a:ext cx="5838045" cy="696808"/>
      </dsp:txXfrm>
    </dsp:sp>
    <dsp:sp modelId="{77D5965C-9C51-4EA5-9D43-A419EB5CA51A}">
      <dsp:nvSpPr>
        <dsp:cNvPr id="0" name=""/>
        <dsp:cNvSpPr/>
      </dsp:nvSpPr>
      <dsp:spPr>
        <a:xfrm>
          <a:off x="0" y="2799684"/>
          <a:ext cx="5913437" cy="772200"/>
        </a:xfrm>
        <a:prstGeom prst="roundRect">
          <a:avLst/>
        </a:prstGeom>
        <a:gradFill rotWithShape="0">
          <a:gsLst>
            <a:gs pos="0">
              <a:schemeClr val="accent5">
                <a:hueOff val="-1263473"/>
                <a:satOff val="-5958"/>
                <a:lumOff val="147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263473"/>
                <a:satOff val="-5958"/>
                <a:lumOff val="147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263473"/>
                <a:satOff val="-5958"/>
                <a:lumOff val="147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Times New Roman" panose="02020603050405020304" pitchFamily="18" charset="0"/>
              <a:cs typeface="Times New Roman" panose="02020603050405020304" pitchFamily="18" charset="0"/>
            </a:rPr>
            <a:t>• Category inflow analysis</a:t>
          </a:r>
        </a:p>
      </dsp:txBody>
      <dsp:txXfrm>
        <a:off x="37696" y="2837380"/>
        <a:ext cx="5838045" cy="696808"/>
      </dsp:txXfrm>
    </dsp:sp>
    <dsp:sp modelId="{60303C0B-2D3C-49FB-B817-250F2B98191B}">
      <dsp:nvSpPr>
        <dsp:cNvPr id="0" name=""/>
        <dsp:cNvSpPr/>
      </dsp:nvSpPr>
      <dsp:spPr>
        <a:xfrm>
          <a:off x="0" y="3666924"/>
          <a:ext cx="5913437" cy="77220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Times New Roman" panose="02020603050405020304" pitchFamily="18" charset="0"/>
              <a:cs typeface="Times New Roman" panose="02020603050405020304" pitchFamily="18" charset="0"/>
            </a:rPr>
            <a:t>• Transaction behavior analysis</a:t>
          </a:r>
        </a:p>
      </dsp:txBody>
      <dsp:txXfrm>
        <a:off x="37696" y="3704620"/>
        <a:ext cx="5838045" cy="69680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C3F6D-1187-4178-A9D6-E005C8751A7A}">
      <dsp:nvSpPr>
        <dsp:cNvPr id="0" name=""/>
        <dsp:cNvSpPr/>
      </dsp:nvSpPr>
      <dsp:spPr>
        <a:xfrm>
          <a:off x="0" y="1924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AB1FE2-24C9-4413-B150-313CD6436DC4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1ED4B-A6CE-412B-8D1C-144E577D7BC6}">
      <dsp:nvSpPr>
        <dsp:cNvPr id="0" name=""/>
        <dsp:cNvSpPr/>
      </dsp:nvSpPr>
      <dsp:spPr>
        <a:xfrm>
          <a:off x="1126608" y="192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4,803 investors identified in 2024 cohort</a:t>
          </a:r>
        </a:p>
      </dsp:txBody>
      <dsp:txXfrm>
        <a:off x="1126608" y="1924"/>
        <a:ext cx="4786828" cy="975418"/>
      </dsp:txXfrm>
    </dsp:sp>
    <dsp:sp modelId="{73B4A3F5-7206-4FD8-B0F9-5E251BF0EE6F}">
      <dsp:nvSpPr>
        <dsp:cNvPr id="0" name=""/>
        <dsp:cNvSpPr/>
      </dsp:nvSpPr>
      <dsp:spPr>
        <a:xfrm>
          <a:off x="0" y="1221197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90BEB1-11B5-4961-A752-4E4ED4C80255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6E8A4-E4C0-4D5A-A887-D565D6253728}">
      <dsp:nvSpPr>
        <dsp:cNvPr id="0" name=""/>
        <dsp:cNvSpPr/>
      </dsp:nvSpPr>
      <dsp:spPr>
        <a:xfrm>
          <a:off x="1126608" y="1221197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Strong participation across multiple states</a:t>
          </a:r>
        </a:p>
      </dsp:txBody>
      <dsp:txXfrm>
        <a:off x="1126608" y="1221197"/>
        <a:ext cx="4786828" cy="975418"/>
      </dsp:txXfrm>
    </dsp:sp>
    <dsp:sp modelId="{E20BC794-CF58-4B95-81DA-EC2EC0288C65}">
      <dsp:nvSpPr>
        <dsp:cNvPr id="0" name=""/>
        <dsp:cNvSpPr/>
      </dsp:nvSpPr>
      <dsp:spPr>
        <a:xfrm>
          <a:off x="0" y="2440471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A47E7A-4927-48EC-80DD-F4390709E6F1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11B3E-DBCC-4925-8011-5ED50554310A}">
      <dsp:nvSpPr>
        <dsp:cNvPr id="0" name=""/>
        <dsp:cNvSpPr/>
      </dsp:nvSpPr>
      <dsp:spPr>
        <a:xfrm>
          <a:off x="1126608" y="2440471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SIP contribution trends identified</a:t>
          </a:r>
        </a:p>
      </dsp:txBody>
      <dsp:txXfrm>
        <a:off x="1126608" y="2440471"/>
        <a:ext cx="4786828" cy="975418"/>
      </dsp:txXfrm>
    </dsp:sp>
    <dsp:sp modelId="{F1BF7A0B-AD20-4EA6-9DC4-A511D71273D6}">
      <dsp:nvSpPr>
        <dsp:cNvPr id="0" name=""/>
        <dsp:cNvSpPr/>
      </dsp:nvSpPr>
      <dsp:spPr>
        <a:xfrm>
          <a:off x="0" y="3659744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CBBF5-B4F2-445D-A67C-95E388806858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14EFE-EEEE-4758-9482-327CBD698E07}">
      <dsp:nvSpPr>
        <dsp:cNvPr id="0" name=""/>
        <dsp:cNvSpPr/>
      </dsp:nvSpPr>
      <dsp:spPr>
        <a:xfrm>
          <a:off x="1126608" y="365974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Investor segmentation performed</a:t>
          </a:r>
        </a:p>
      </dsp:txBody>
      <dsp:txXfrm>
        <a:off x="1126608" y="3659744"/>
        <a:ext cx="4786828" cy="9754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E28C1-BFCC-495A-B8C0-04BE581FF39F}">
      <dsp:nvSpPr>
        <dsp:cNvPr id="0" name=""/>
        <dsp:cNvSpPr/>
      </dsp:nvSpPr>
      <dsp:spPr>
        <a:xfrm>
          <a:off x="0" y="37583"/>
          <a:ext cx="5913437" cy="514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• 1-Year Return</a:t>
          </a:r>
        </a:p>
      </dsp:txBody>
      <dsp:txXfrm>
        <a:off x="25130" y="62713"/>
        <a:ext cx="5863177" cy="464540"/>
      </dsp:txXfrm>
    </dsp:sp>
    <dsp:sp modelId="{D4B6A907-530D-466F-905C-BAE4623213A4}">
      <dsp:nvSpPr>
        <dsp:cNvPr id="0" name=""/>
        <dsp:cNvSpPr/>
      </dsp:nvSpPr>
      <dsp:spPr>
        <a:xfrm>
          <a:off x="0" y="615743"/>
          <a:ext cx="5913437" cy="514800"/>
        </a:xfrm>
        <a:prstGeom prst="roundRect">
          <a:avLst/>
        </a:prstGeom>
        <a:gradFill rotWithShape="0">
          <a:gsLst>
            <a:gs pos="0">
              <a:schemeClr val="accent5">
                <a:hueOff val="-240662"/>
                <a:satOff val="-1135"/>
                <a:lumOff val="2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240662"/>
                <a:satOff val="-1135"/>
                <a:lumOff val="2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240662"/>
                <a:satOff val="-1135"/>
                <a:lumOff val="2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• 3-Year Return</a:t>
          </a:r>
        </a:p>
      </dsp:txBody>
      <dsp:txXfrm>
        <a:off x="25130" y="640873"/>
        <a:ext cx="5863177" cy="464540"/>
      </dsp:txXfrm>
    </dsp:sp>
    <dsp:sp modelId="{C94126F8-34A1-4973-A890-394CA561C823}">
      <dsp:nvSpPr>
        <dsp:cNvPr id="0" name=""/>
        <dsp:cNvSpPr/>
      </dsp:nvSpPr>
      <dsp:spPr>
        <a:xfrm>
          <a:off x="0" y="1193903"/>
          <a:ext cx="5913437" cy="514800"/>
        </a:xfrm>
        <a:prstGeom prst="roundRect">
          <a:avLst/>
        </a:prstGeom>
        <a:gradFill rotWithShape="0">
          <a:gsLst>
            <a:gs pos="0">
              <a:schemeClr val="accent5">
                <a:hueOff val="-481323"/>
                <a:satOff val="-2270"/>
                <a:lumOff val="5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481323"/>
                <a:satOff val="-2270"/>
                <a:lumOff val="5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481323"/>
                <a:satOff val="-2270"/>
                <a:lumOff val="5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• 5-Year Return</a:t>
          </a:r>
        </a:p>
      </dsp:txBody>
      <dsp:txXfrm>
        <a:off x="25130" y="1219033"/>
        <a:ext cx="5863177" cy="464540"/>
      </dsp:txXfrm>
    </dsp:sp>
    <dsp:sp modelId="{517B0C0C-3886-4DBE-BC77-D829268BE094}">
      <dsp:nvSpPr>
        <dsp:cNvPr id="0" name=""/>
        <dsp:cNvSpPr/>
      </dsp:nvSpPr>
      <dsp:spPr>
        <a:xfrm>
          <a:off x="0" y="1772064"/>
          <a:ext cx="5913437" cy="514800"/>
        </a:xfrm>
        <a:prstGeom prst="roundRect">
          <a:avLst/>
        </a:prstGeom>
        <a:gradFill rotWithShape="0">
          <a:gsLst>
            <a:gs pos="0">
              <a:schemeClr val="accent5">
                <a:hueOff val="-721985"/>
                <a:satOff val="-3405"/>
                <a:lumOff val="84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721985"/>
                <a:satOff val="-3405"/>
                <a:lumOff val="84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721985"/>
                <a:satOff val="-3405"/>
                <a:lumOff val="84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• Alpha</a:t>
          </a:r>
        </a:p>
      </dsp:txBody>
      <dsp:txXfrm>
        <a:off x="25130" y="1797194"/>
        <a:ext cx="5863177" cy="464540"/>
      </dsp:txXfrm>
    </dsp:sp>
    <dsp:sp modelId="{FD2DF0B7-FC3C-49C4-9D1F-503E53DC8B9B}">
      <dsp:nvSpPr>
        <dsp:cNvPr id="0" name=""/>
        <dsp:cNvSpPr/>
      </dsp:nvSpPr>
      <dsp:spPr>
        <a:xfrm>
          <a:off x="0" y="2350224"/>
          <a:ext cx="5913437" cy="514800"/>
        </a:xfrm>
        <a:prstGeom prst="roundRect">
          <a:avLst/>
        </a:prstGeom>
        <a:gradFill rotWithShape="0">
          <a:gsLst>
            <a:gs pos="0">
              <a:schemeClr val="accent5">
                <a:hueOff val="-962646"/>
                <a:satOff val="-4539"/>
                <a:lumOff val="112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962646"/>
                <a:satOff val="-4539"/>
                <a:lumOff val="112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962646"/>
                <a:satOff val="-4539"/>
                <a:lumOff val="112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• Beta</a:t>
          </a:r>
        </a:p>
      </dsp:txBody>
      <dsp:txXfrm>
        <a:off x="25130" y="2375354"/>
        <a:ext cx="5863177" cy="464540"/>
      </dsp:txXfrm>
    </dsp:sp>
    <dsp:sp modelId="{A33F49B7-D153-475F-ADEC-9D6753B1AD0C}">
      <dsp:nvSpPr>
        <dsp:cNvPr id="0" name=""/>
        <dsp:cNvSpPr/>
      </dsp:nvSpPr>
      <dsp:spPr>
        <a:xfrm>
          <a:off x="0" y="2928384"/>
          <a:ext cx="5913437" cy="514800"/>
        </a:xfrm>
        <a:prstGeom prst="roundRect">
          <a:avLst/>
        </a:prstGeom>
        <a:gradFill rotWithShape="0">
          <a:gsLst>
            <a:gs pos="0">
              <a:schemeClr val="accent5">
                <a:hueOff val="-1203308"/>
                <a:satOff val="-5674"/>
                <a:lumOff val="140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203308"/>
                <a:satOff val="-5674"/>
                <a:lumOff val="140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203308"/>
                <a:satOff val="-5674"/>
                <a:lumOff val="140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• Sharpe Ratio</a:t>
          </a:r>
        </a:p>
      </dsp:txBody>
      <dsp:txXfrm>
        <a:off x="25130" y="2953514"/>
        <a:ext cx="5863177" cy="464540"/>
      </dsp:txXfrm>
    </dsp:sp>
    <dsp:sp modelId="{5778EA24-C62A-4DF3-94F4-297931C41994}">
      <dsp:nvSpPr>
        <dsp:cNvPr id="0" name=""/>
        <dsp:cNvSpPr/>
      </dsp:nvSpPr>
      <dsp:spPr>
        <a:xfrm>
          <a:off x="0" y="3506544"/>
          <a:ext cx="5913437" cy="514800"/>
        </a:xfrm>
        <a:prstGeom prst="roundRect">
          <a:avLst/>
        </a:prstGeom>
        <a:gradFill rotWithShape="0">
          <a:gsLst>
            <a:gs pos="0">
              <a:schemeClr val="accent5">
                <a:hueOff val="-1443969"/>
                <a:satOff val="-6809"/>
                <a:lumOff val="16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443969"/>
                <a:satOff val="-6809"/>
                <a:lumOff val="16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443969"/>
                <a:satOff val="-6809"/>
                <a:lumOff val="16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• Sortino Ratio</a:t>
          </a:r>
        </a:p>
      </dsp:txBody>
      <dsp:txXfrm>
        <a:off x="25130" y="3531674"/>
        <a:ext cx="5863177" cy="464540"/>
      </dsp:txXfrm>
    </dsp:sp>
    <dsp:sp modelId="{05B21448-5488-4505-972D-71A52975FFC4}">
      <dsp:nvSpPr>
        <dsp:cNvPr id="0" name=""/>
        <dsp:cNvSpPr/>
      </dsp:nvSpPr>
      <dsp:spPr>
        <a:xfrm>
          <a:off x="0" y="4084704"/>
          <a:ext cx="5913437" cy="51480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• Maximum Drawdown</a:t>
          </a:r>
        </a:p>
      </dsp:txBody>
      <dsp:txXfrm>
        <a:off x="25130" y="4109834"/>
        <a:ext cx="5863177" cy="4645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63D7B5-4695-40FE-B5B1-7FCEF702CC53}">
      <dsp:nvSpPr>
        <dsp:cNvPr id="0" name=""/>
        <dsp:cNvSpPr/>
      </dsp:nvSpPr>
      <dsp:spPr>
        <a:xfrm>
          <a:off x="256450" y="588021"/>
          <a:ext cx="796693" cy="79669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05F31B-A27F-4A80-80F9-B056B3B4D5E0}">
      <dsp:nvSpPr>
        <dsp:cNvPr id="0" name=""/>
        <dsp:cNvSpPr/>
      </dsp:nvSpPr>
      <dsp:spPr>
        <a:xfrm>
          <a:off x="426237" y="757808"/>
          <a:ext cx="457119" cy="4571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ECF8A-DA6E-47A2-B05E-88153BFEA7AA}">
      <dsp:nvSpPr>
        <dsp:cNvPr id="0" name=""/>
        <dsp:cNvSpPr/>
      </dsp:nvSpPr>
      <dsp:spPr>
        <a:xfrm>
          <a:off x="1769" y="1632865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Historical </a:t>
          </a:r>
          <a:r>
            <a:rPr lang="en-US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VaR</a:t>
          </a:r>
          <a:endParaRPr lang="en-US" sz="16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69" y="1632865"/>
        <a:ext cx="1306054" cy="522421"/>
      </dsp:txXfrm>
    </dsp:sp>
    <dsp:sp modelId="{E74A9E00-D730-48FF-8103-8F2708649C10}">
      <dsp:nvSpPr>
        <dsp:cNvPr id="0" name=""/>
        <dsp:cNvSpPr/>
      </dsp:nvSpPr>
      <dsp:spPr>
        <a:xfrm>
          <a:off x="1791064" y="588021"/>
          <a:ext cx="796693" cy="79669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C3BD27-35D0-4836-B514-728B29622983}">
      <dsp:nvSpPr>
        <dsp:cNvPr id="0" name=""/>
        <dsp:cNvSpPr/>
      </dsp:nvSpPr>
      <dsp:spPr>
        <a:xfrm>
          <a:off x="1960851" y="757808"/>
          <a:ext cx="457119" cy="4571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404609-8C9E-42D1-9AB2-1CF524B073E5}">
      <dsp:nvSpPr>
        <dsp:cNvPr id="0" name=""/>
        <dsp:cNvSpPr/>
      </dsp:nvSpPr>
      <dsp:spPr>
        <a:xfrm>
          <a:off x="1536384" y="1632865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Conditional </a:t>
          </a:r>
          <a:r>
            <a:rPr lang="en-US" sz="1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VaR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36384" y="1632865"/>
        <a:ext cx="1306054" cy="522421"/>
      </dsp:txXfrm>
    </dsp:sp>
    <dsp:sp modelId="{756B80D7-C134-4CED-AE40-E168F9FD06CA}">
      <dsp:nvSpPr>
        <dsp:cNvPr id="0" name=""/>
        <dsp:cNvSpPr/>
      </dsp:nvSpPr>
      <dsp:spPr>
        <a:xfrm>
          <a:off x="3325678" y="588021"/>
          <a:ext cx="796693" cy="79669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7F800-852C-476A-952C-1A71B7BF5982}">
      <dsp:nvSpPr>
        <dsp:cNvPr id="0" name=""/>
        <dsp:cNvSpPr/>
      </dsp:nvSpPr>
      <dsp:spPr>
        <a:xfrm>
          <a:off x="3495466" y="757808"/>
          <a:ext cx="457119" cy="4571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55528-CF61-4C93-A6E9-3B16D202A3CB}">
      <dsp:nvSpPr>
        <dsp:cNvPr id="0" name=""/>
        <dsp:cNvSpPr/>
      </dsp:nvSpPr>
      <dsp:spPr>
        <a:xfrm>
          <a:off x="3070998" y="1632865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Rolling 90-Day Sharpe</a:t>
          </a:r>
        </a:p>
      </dsp:txBody>
      <dsp:txXfrm>
        <a:off x="3070998" y="1632865"/>
        <a:ext cx="1306054" cy="522421"/>
      </dsp:txXfrm>
    </dsp:sp>
    <dsp:sp modelId="{6A884906-D410-4C29-A4AD-282B6E35AF18}">
      <dsp:nvSpPr>
        <dsp:cNvPr id="0" name=""/>
        <dsp:cNvSpPr/>
      </dsp:nvSpPr>
      <dsp:spPr>
        <a:xfrm>
          <a:off x="4860293" y="588021"/>
          <a:ext cx="796693" cy="79669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97938-9A03-43C2-B1FD-55E547FBFDB7}">
      <dsp:nvSpPr>
        <dsp:cNvPr id="0" name=""/>
        <dsp:cNvSpPr/>
      </dsp:nvSpPr>
      <dsp:spPr>
        <a:xfrm>
          <a:off x="5030080" y="757808"/>
          <a:ext cx="457119" cy="4571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D97C9-3005-4199-8DCE-961E00D60A8F}">
      <dsp:nvSpPr>
        <dsp:cNvPr id="0" name=""/>
        <dsp:cNvSpPr/>
      </dsp:nvSpPr>
      <dsp:spPr>
        <a:xfrm>
          <a:off x="4605612" y="1632865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Investor Cohort Analysis</a:t>
          </a:r>
        </a:p>
      </dsp:txBody>
      <dsp:txXfrm>
        <a:off x="4605612" y="1632865"/>
        <a:ext cx="1306054" cy="522421"/>
      </dsp:txXfrm>
    </dsp:sp>
    <dsp:sp modelId="{E5E430ED-F6B6-483E-96E1-13FC3EF089B3}">
      <dsp:nvSpPr>
        <dsp:cNvPr id="0" name=""/>
        <dsp:cNvSpPr/>
      </dsp:nvSpPr>
      <dsp:spPr>
        <a:xfrm>
          <a:off x="1023757" y="2481800"/>
          <a:ext cx="796693" cy="79669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361A8-DFF9-4187-97A0-9BB7D3D773EF}">
      <dsp:nvSpPr>
        <dsp:cNvPr id="0" name=""/>
        <dsp:cNvSpPr/>
      </dsp:nvSpPr>
      <dsp:spPr>
        <a:xfrm>
          <a:off x="1193544" y="2651587"/>
          <a:ext cx="457119" cy="4571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3D775-6247-4FE6-810C-88F9F17E3FB7}">
      <dsp:nvSpPr>
        <dsp:cNvPr id="0" name=""/>
        <dsp:cNvSpPr/>
      </dsp:nvSpPr>
      <dsp:spPr>
        <a:xfrm>
          <a:off x="769076" y="3526644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SIP Continuity Analysis</a:t>
          </a:r>
        </a:p>
      </dsp:txBody>
      <dsp:txXfrm>
        <a:off x="769076" y="3526644"/>
        <a:ext cx="1306054" cy="522421"/>
      </dsp:txXfrm>
    </dsp:sp>
    <dsp:sp modelId="{D7D1CEA2-37DB-429E-9040-6360E76F2F00}">
      <dsp:nvSpPr>
        <dsp:cNvPr id="0" name=""/>
        <dsp:cNvSpPr/>
      </dsp:nvSpPr>
      <dsp:spPr>
        <a:xfrm>
          <a:off x="2558371" y="2481800"/>
          <a:ext cx="796693" cy="79669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8E908-C492-46F4-8EC3-5906885323CB}">
      <dsp:nvSpPr>
        <dsp:cNvPr id="0" name=""/>
        <dsp:cNvSpPr/>
      </dsp:nvSpPr>
      <dsp:spPr>
        <a:xfrm>
          <a:off x="2728158" y="2651587"/>
          <a:ext cx="457119" cy="4571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223D8-5B5C-4B85-8FA8-4CDD2057D394}">
      <dsp:nvSpPr>
        <dsp:cNvPr id="0" name=""/>
        <dsp:cNvSpPr/>
      </dsp:nvSpPr>
      <dsp:spPr>
        <a:xfrm>
          <a:off x="2303691" y="3526644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HHI Concentration Analysis</a:t>
          </a:r>
        </a:p>
      </dsp:txBody>
      <dsp:txXfrm>
        <a:off x="2303691" y="3526644"/>
        <a:ext cx="1306054" cy="522421"/>
      </dsp:txXfrm>
    </dsp:sp>
    <dsp:sp modelId="{511E3B5C-77E8-4300-B4A0-20D25AED6B86}">
      <dsp:nvSpPr>
        <dsp:cNvPr id="0" name=""/>
        <dsp:cNvSpPr/>
      </dsp:nvSpPr>
      <dsp:spPr>
        <a:xfrm>
          <a:off x="4092986" y="2481800"/>
          <a:ext cx="796693" cy="79669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958F5-8A55-4830-9FE9-A2D50E0AA3EF}">
      <dsp:nvSpPr>
        <dsp:cNvPr id="0" name=""/>
        <dsp:cNvSpPr/>
      </dsp:nvSpPr>
      <dsp:spPr>
        <a:xfrm>
          <a:off x="4262773" y="2651587"/>
          <a:ext cx="457119" cy="4571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0D22F-EFE4-408B-8C17-BA30CF251223}">
      <dsp:nvSpPr>
        <dsp:cNvPr id="0" name=""/>
        <dsp:cNvSpPr/>
      </dsp:nvSpPr>
      <dsp:spPr>
        <a:xfrm>
          <a:off x="3838305" y="3526644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Fund Recommendation Engine</a:t>
          </a:r>
        </a:p>
      </dsp:txBody>
      <dsp:txXfrm>
        <a:off x="3838305" y="3526644"/>
        <a:ext cx="1306054" cy="5224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135C3-9219-4F33-BCB4-A967CF1D42D5}">
      <dsp:nvSpPr>
        <dsp:cNvPr id="0" name=""/>
        <dsp:cNvSpPr/>
      </dsp:nvSpPr>
      <dsp:spPr>
        <a:xfrm>
          <a:off x="1990262" y="125061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EB648-BA2C-4098-856A-93545D6878AB}">
      <dsp:nvSpPr>
        <dsp:cNvPr id="0" name=""/>
        <dsp:cNvSpPr/>
      </dsp:nvSpPr>
      <dsp:spPr>
        <a:xfrm>
          <a:off x="2399762" y="436583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6945A-6923-47CC-ABA8-C48A6E07DFDF}">
      <dsp:nvSpPr>
        <dsp:cNvPr id="0" name=""/>
        <dsp:cNvSpPr/>
      </dsp:nvSpPr>
      <dsp:spPr>
        <a:xfrm>
          <a:off x="1376012" y="2547083"/>
          <a:ext cx="3150000" cy="876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</a:t>
          </a:r>
          <a:r>
            <a:rPr lang="en-US" sz="11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Bluestock</a:t>
          </a: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Mutual Fund Analytics Capstone successfully integrated data engineering, advanced analytics, risk analysis, and business intelligence into a single platform.</a:t>
          </a:r>
        </a:p>
      </dsp:txBody>
      <dsp:txXfrm>
        <a:off x="1376012" y="2547083"/>
        <a:ext cx="3150000" cy="876445"/>
      </dsp:txXfrm>
    </dsp:sp>
    <dsp:sp modelId="{E45A3086-32E2-41B9-8864-20A3CBB6509E}">
      <dsp:nvSpPr>
        <dsp:cNvPr id="0" name=""/>
        <dsp:cNvSpPr/>
      </dsp:nvSpPr>
      <dsp:spPr>
        <a:xfrm>
          <a:off x="5669741" y="174097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B08183-D340-4B64-B427-7BFDFC5CAA53}">
      <dsp:nvSpPr>
        <dsp:cNvPr id="0" name=""/>
        <dsp:cNvSpPr/>
      </dsp:nvSpPr>
      <dsp:spPr>
        <a:xfrm>
          <a:off x="6101012" y="436583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3AA3A-790D-4469-893C-B7DCAFFA2B53}">
      <dsp:nvSpPr>
        <dsp:cNvPr id="0" name=""/>
        <dsp:cNvSpPr/>
      </dsp:nvSpPr>
      <dsp:spPr>
        <a:xfrm>
          <a:off x="5077262" y="2547083"/>
          <a:ext cx="3150000" cy="876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solution provides meaningful insights for investors, analysts, and financial institutions while demonstrating practical industry-level analytics skills.</a:t>
          </a:r>
        </a:p>
      </dsp:txBody>
      <dsp:txXfrm>
        <a:off x="5077262" y="2547083"/>
        <a:ext cx="3150000" cy="876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68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537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12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439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842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39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2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66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3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562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95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4CB05-FFA5-4631-9C4E-D802E2F87CA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388B2D8-5A12-4FD7-B933-9F5097CEF64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63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sameer0530@gmail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2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D047-C025-CEAC-8CF8-C04F68F7FA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Bluestock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Mutual Fund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B47EA-44EE-205D-1E28-9CFBFF4335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Data Engineering, Analytics and Business Intelligence 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7DED92-C30A-842C-0C5C-6CF45F75B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06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21B330-7DB0-25A3-3473-E34F3B4D820E}"/>
              </a:ext>
            </a:extLst>
          </p:cNvPr>
          <p:cNvSpPr txBox="1"/>
          <p:nvPr/>
        </p:nvSpPr>
        <p:spPr>
          <a:xfrm>
            <a:off x="9296401" y="4301376"/>
            <a:ext cx="39841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DUDEKULA SAMEER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dsameer0530@gmail.com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no: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+919666365014</a:t>
            </a:r>
          </a:p>
        </p:txBody>
      </p:sp>
    </p:spTree>
    <p:extLst>
      <p:ext uri="{BB962C8B-B14F-4D97-AF65-F5344CB8AC3E}">
        <p14:creationId xmlns:p14="http://schemas.microsoft.com/office/powerpoint/2010/main" val="1953361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13E1-731F-B4D9-24FA-10503F1C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880204"/>
            <a:ext cx="9603275" cy="4620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6B9A082-4B06-41EA-484D-C5AB17CD0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79429"/>
              </p:ext>
            </p:extLst>
          </p:nvPr>
        </p:nvGraphicFramePr>
        <p:xfrm>
          <a:off x="152400" y="2342303"/>
          <a:ext cx="11734799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76C4D67-8ED7-4F8B-1F9E-F53D757C83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150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3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2E1E-6A26-66FB-3555-082A64FDA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264" y="1391655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6693A-D1C8-6D89-38ED-2FFC52EFB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1655"/>
          </a:xfrm>
          <a:prstGeom prst="rect">
            <a:avLst/>
          </a:prstGeom>
        </p:spPr>
      </p:pic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3AA8F2D-0ADE-AC81-BF4E-956A36C33D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7970844"/>
              </p:ext>
            </p:extLst>
          </p:nvPr>
        </p:nvGraphicFramePr>
        <p:xfrm>
          <a:off x="662565" y="2013858"/>
          <a:ext cx="10866869" cy="383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053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E19EC-1F29-9578-F1ED-0DFF8BE6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265" y="1391655"/>
            <a:ext cx="9603275" cy="104923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C4A700E-8264-2B0D-441F-20A862A174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181181"/>
              </p:ext>
            </p:extLst>
          </p:nvPr>
        </p:nvGraphicFramePr>
        <p:xfrm>
          <a:off x="1386264" y="2015732"/>
          <a:ext cx="9603275" cy="4080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D198894-7678-B499-376A-9FC65FDF5E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139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90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22880-3DB3-EE4F-A094-D1B02366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579" y="1305262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42788F9-F0E8-1CE6-391D-6D832A5F4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9861882"/>
              </p:ext>
            </p:extLst>
          </p:nvPr>
        </p:nvGraphicFramePr>
        <p:xfrm>
          <a:off x="1066801" y="2015732"/>
          <a:ext cx="9988054" cy="40584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285EEE2-B090-759A-6B63-5B843A2945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12192000" cy="130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049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1272605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92081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11E3C-A18D-545A-7449-27B6ADD4D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3575652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3419147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4395101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99085"/>
            <a:ext cx="12192000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401018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E02221-B0C3-6E2E-5534-10B19378F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72605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B01B898-F115-4566-A237-7149C2F638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706823"/>
              </p:ext>
            </p:extLst>
          </p:nvPr>
        </p:nvGraphicFramePr>
        <p:xfrm>
          <a:off x="5629998" y="1848303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0245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1305262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24738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BF6DC-8DB2-0DB7-9DE7-18210C39B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53" y="3608309"/>
            <a:ext cx="4826377" cy="2674198"/>
          </a:xfrm>
        </p:spPr>
        <p:txBody>
          <a:bodyPr anchor="t"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Analytics Findings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3451804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4427758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431742"/>
            <a:ext cx="12192000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43367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425D28D-73F7-ADD3-2C2F-912F45579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305262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D989F2A-ED7D-8DFB-2A42-612D142567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0629804"/>
              </p:ext>
            </p:extLst>
          </p:nvPr>
        </p:nvGraphicFramePr>
        <p:xfrm>
          <a:off x="5371933" y="1690441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91006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1272605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92081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7CD25-14E2-DDFF-2DCC-1A8B7457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3575652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3419147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4395101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99085"/>
            <a:ext cx="12192000" cy="74295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401018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7D6CBF5-9319-14DE-FE94-3C6299DB4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72605"/>
          </a:xfrm>
          <a:prstGeom prst="rect">
            <a:avLst/>
          </a:prstGeom>
        </p:spPr>
      </p:pic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3112EC14-A9F8-35EF-1D90-546B795D17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383846"/>
              </p:ext>
            </p:extLst>
          </p:nvPr>
        </p:nvGraphicFramePr>
        <p:xfrm>
          <a:off x="5371933" y="1773432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6497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1272605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92081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A3191-357A-A3AA-E36A-DDF4DE7E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3575652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3419147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4395101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99085"/>
            <a:ext cx="12192000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401018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467BB6E-ABAA-D336-DCC1-49FDF0DDC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72605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616A6C3-2A17-55E9-6B8B-B103A2CA58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3884556"/>
              </p:ext>
            </p:extLst>
          </p:nvPr>
        </p:nvGraphicFramePr>
        <p:xfrm>
          <a:off x="5629998" y="212569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77330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F199-7A74-8B8D-907A-76C607793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0121" y="1294376"/>
            <a:ext cx="9603275" cy="1049235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Showcase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D4594-E4B3-00D6-32F4-1B6E39863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85258"/>
            <a:ext cx="9603275" cy="368108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Industry Overview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001D1B-2E3B-00BB-D72D-30930B50A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726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194DB5-07A3-EA67-CBF1-6193F24D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3" y="2198914"/>
            <a:ext cx="10173111" cy="379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7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2C45E-8218-488B-DED5-A68334736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A42A5-A38E-77C0-4890-7563BFB8B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0121" y="1294376"/>
            <a:ext cx="9603275" cy="1049235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Showcase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AF84D-D4CC-0CE4-B10F-6A96716E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85258"/>
            <a:ext cx="9603275" cy="368108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Fund Performance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78343C-8F9D-95A5-8454-F8B78D583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726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E06863-9EAC-F70B-6CC5-E5C090C73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26" y="2200911"/>
            <a:ext cx="10151347" cy="377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39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482D2-1373-F657-00D7-A5164EB2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2008-C6FF-F690-B363-C8FCE6D57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0121" y="1294376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089AE-46F7-1C8A-5FC8-4ED18EE6D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85258"/>
            <a:ext cx="9603275" cy="368108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Analytics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AA4BFF-8AEA-88AA-69A5-82938A9C7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726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2FEED5-6EAE-B46D-865D-AC19A0ACB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9" y="2163336"/>
            <a:ext cx="10839416" cy="38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1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EB7A-A669-1C67-D89B-0193EA0AC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8C3C-BE43-9C91-F8EA-AB488B2D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0121" y="1294376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5F98C-D4FC-D267-8A80-D0C803F5E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85258"/>
            <a:ext cx="9603275" cy="368108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&amp; Market Trends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119921-C971-2718-ED06-0CEEEE742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726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3F1C15-5BB3-64D5-48F6-0C23EF49A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8" y="2252546"/>
            <a:ext cx="10961915" cy="368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24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946A-4EDB-1C4E-1842-A357F191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465" y="1391655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143BD14-064F-BC7F-91E2-AC11E228B5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527872"/>
              </p:ext>
            </p:extLst>
          </p:nvPr>
        </p:nvGraphicFramePr>
        <p:xfrm>
          <a:off x="1451579" y="2015732"/>
          <a:ext cx="960327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108E9E8-6B05-724C-B38D-46D71DAAE8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127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4087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</TotalTime>
  <Words>369</Words>
  <Application>Microsoft Office PowerPoint</Application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Times New Roman</vt:lpstr>
      <vt:lpstr>Gallery</vt:lpstr>
      <vt:lpstr>Bluestock Mutual Fund Analytics Platform</vt:lpstr>
      <vt:lpstr>PROBLEM STATEMENT</vt:lpstr>
      <vt:lpstr>PROJECT OVERVIEWS</vt:lpstr>
      <vt:lpstr>DATA SOURCES</vt:lpstr>
      <vt:lpstr>PROJECT ARCHITECTURE</vt:lpstr>
      <vt:lpstr>EDA HIGHLIGHTS</vt:lpstr>
      <vt:lpstr>Investor Analytics Findings</vt:lpstr>
      <vt:lpstr>Performance metrics</vt:lpstr>
      <vt:lpstr>Advanced analytics</vt:lpstr>
      <vt:lpstr>Dashboard Showcase</vt:lpstr>
      <vt:lpstr>Dashboard Showcase</vt:lpstr>
      <vt:lpstr>Dashboard Showcase</vt:lpstr>
      <vt:lpstr>Dashboard Showcase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Dudekula Sameer</dc:creator>
  <cp:lastModifiedBy>Dudekula Sameer</cp:lastModifiedBy>
  <cp:revision>1</cp:revision>
  <dcterms:created xsi:type="dcterms:W3CDTF">2026-06-11T06:12:41Z</dcterms:created>
  <dcterms:modified xsi:type="dcterms:W3CDTF">2026-06-11T07:03:19Z</dcterms:modified>
</cp:coreProperties>
</file>